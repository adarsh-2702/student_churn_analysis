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9" r:id="rId1"/>
    <p:sldMasterId id="214748374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Archivo" panose="020B0604020202020204" charset="0"/>
      <p:regular r:id="rId16"/>
      <p:bold r:id="rId17"/>
      <p:italic r:id="rId18"/>
      <p:boldItalic r:id="rId19"/>
    </p:embeddedFont>
    <p:embeddedFont>
      <p:font typeface="Archivo Light" panose="020B0604020202020204" charset="0"/>
      <p:regular r:id="rId20"/>
      <p:bold r:id="rId21"/>
      <p:italic r:id="rId22"/>
      <p:boldItalic r:id="rId23"/>
    </p:embeddedFont>
    <p:embeddedFont>
      <p:font typeface="Archivo SemiBold" panose="020B0604020202020204" charset="0"/>
      <p:regular r:id="rId24"/>
      <p:bold r:id="rId25"/>
      <p:italic r:id="rId26"/>
      <p:boldItalic r:id="rId27"/>
    </p:embeddedFont>
    <p:embeddedFont>
      <p:font typeface="Nunito Sans" panose="020F0502020204030204" pitchFamily="2" charset="0"/>
      <p:regular r:id="rId28"/>
      <p:bold r:id="rId29"/>
      <p:italic r:id="rId30"/>
      <p:boldItalic r:id="rId31"/>
    </p:embeddedFont>
    <p:embeddedFont>
      <p:font typeface="Nunito Sans SemiBold" panose="020F0502020204030204" pitchFamily="2" charset="0"/>
      <p:regular r:id="rId32"/>
      <p:bold r:id="rId33"/>
      <p:italic r:id="rId34"/>
      <p:boldItalic r:id="rId35"/>
    </p:embeddedFont>
    <p:embeddedFont>
      <p:font typeface="Poppins" panose="020B0502040204020203" pitchFamily="2" charset="0"/>
      <p:regular r:id="rId36"/>
      <p:bold r:id="rId37"/>
      <p:italic r:id="rId38"/>
      <p:boldItalic r:id="rId39"/>
    </p:embeddedFont>
    <p:embeddedFont>
      <p:font typeface="Poppins Medium" panose="020B0502040204020203" pitchFamily="2" charset="0"/>
      <p:regular r:id="rId40"/>
      <p:bold r:id="rId41"/>
      <p:italic r:id="rId42"/>
      <p:boldItalic r:id="rId43"/>
    </p:embeddedFont>
    <p:embeddedFont>
      <p:font typeface="Poppins SemiBold" panose="020B0502040204020203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font" Target="fonts/font27.fntdata"/><Relationship Id="rId47" Type="http://schemas.openxmlformats.org/officeDocument/2006/relationships/font" Target="fonts/font32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9" Type="http://schemas.openxmlformats.org/officeDocument/2006/relationships/font" Target="fonts/font14.fntdata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openxmlformats.org/officeDocument/2006/relationships/font" Target="fonts/font30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font" Target="fonts/font2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font" Target="fonts/font28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46" Type="http://schemas.openxmlformats.org/officeDocument/2006/relationships/font" Target="fonts/font31.fntdata"/><Relationship Id="rId20" Type="http://schemas.openxmlformats.org/officeDocument/2006/relationships/font" Target="fonts/font5.fntdata"/><Relationship Id="rId41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7c7daddc35_0_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7c7daddc35_0_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7c7daddc35_0_1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7c7daddc35_0_1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7c7daddc35_0_1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7c7daddc35_0_1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7c7daddc35_0_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7c7daddc35_0_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7c7daddc35_0_1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7c7daddc35_0_1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7c7daddc35_0_1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7c7daddc35_0_1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7c7daddc35_0_1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7c7daddc35_0_1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7c7daddc35_0_1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7c7daddc35_0_1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7c7daddc35_0_1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7c7daddc35_0_1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7c7daddc35_0_1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7c7daddc35_0_1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7c7daddc35_0_1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7c7daddc35_0_1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7c7daddc35_0_1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7c7daddc35_0_1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blank">
  <p:cSld name="BLANK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t="53791" r="49302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rot="7601886">
            <a:off x="1184700" y="-2992710"/>
            <a:ext cx="11804607" cy="6869923"/>
          </a:xfrm>
          <a:custGeom>
            <a:avLst/>
            <a:gdLst/>
            <a:ahLst/>
            <a:cxnLst/>
            <a:rect l="l" t="t" r="r" b="b"/>
            <a:pathLst>
              <a:path w="33488" h="19489" extrusionOk="0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l="18883" b="67899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453700" y="0"/>
            <a:ext cx="4698208" cy="5143488"/>
          </a:xfrm>
          <a:custGeom>
            <a:avLst/>
            <a:gdLst/>
            <a:ahLst/>
            <a:cxnLst/>
            <a:rect l="l" t="t" r="r" b="b"/>
            <a:pathLst>
              <a:path w="146819" h="160734" extrusionOk="0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 l="55738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CUSTOM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l="535" t="71891" r="3336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marL="914400" lvl="1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marL="1371600" lvl="2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marL="1828800" lvl="3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marL="2286000" lvl="4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marL="2743200" lvl="5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marL="3200400" lvl="6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marL="3657600" lvl="7" indent="-330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marL="4114800" lvl="8" indent="-3302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2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BLANK_1_1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l="535" t="71891" r="3336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BLANK_1_1_1_1_2_3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-3491" y="1985350"/>
            <a:ext cx="3736169" cy="3157918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" name="Google Shape;33;p5"/>
          <p:cNvSpPr>
            <a:spLocks noGrp="1"/>
          </p:cNvSpPr>
          <p:nvPr>
            <p:ph type="pic" idx="2"/>
          </p:nvPr>
        </p:nvSpPr>
        <p:spPr>
          <a:xfrm>
            <a:off x="1208525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" name="Google Shape;34;p5"/>
          <p:cNvSpPr>
            <a:spLocks noGrp="1"/>
          </p:cNvSpPr>
          <p:nvPr>
            <p:ph type="pic" idx="3"/>
          </p:nvPr>
        </p:nvSpPr>
        <p:spPr>
          <a:xfrm>
            <a:off x="3079163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5" name="Google Shape;35;p5"/>
          <p:cNvSpPr>
            <a:spLocks noGrp="1"/>
          </p:cNvSpPr>
          <p:nvPr>
            <p:ph type="pic" idx="4"/>
          </p:nvPr>
        </p:nvSpPr>
        <p:spPr>
          <a:xfrm>
            <a:off x="4949788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6" name="Google Shape;36;p5"/>
          <p:cNvSpPr>
            <a:spLocks noGrp="1"/>
          </p:cNvSpPr>
          <p:nvPr>
            <p:ph type="pic" idx="5"/>
          </p:nvPr>
        </p:nvSpPr>
        <p:spPr>
          <a:xfrm>
            <a:off x="6820413" y="116427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6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7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8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9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3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4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5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>
            <a:spLocks noGrp="1"/>
          </p:cNvSpPr>
          <p:nvPr>
            <p:ph type="pic" idx="16"/>
          </p:nvPr>
        </p:nvSpPr>
        <p:spPr>
          <a:xfrm>
            <a:off x="3079163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6" name="Google Shape;46;p5"/>
          <p:cNvSpPr>
            <a:spLocks noGrp="1"/>
          </p:cNvSpPr>
          <p:nvPr>
            <p:ph type="pic" idx="17"/>
          </p:nvPr>
        </p:nvSpPr>
        <p:spPr>
          <a:xfrm>
            <a:off x="4949788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7" name="Google Shape;47;p5"/>
          <p:cNvSpPr>
            <a:spLocks noGrp="1"/>
          </p:cNvSpPr>
          <p:nvPr>
            <p:ph type="pic" idx="18"/>
          </p:nvPr>
        </p:nvSpPr>
        <p:spPr>
          <a:xfrm>
            <a:off x="6820413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" name="Google Shape;48;p5"/>
          <p:cNvSpPr txBox="1">
            <a:spLocks noGrp="1"/>
          </p:cNvSpPr>
          <p:nvPr>
            <p:ph type="subTitle" idx="19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>
            <a:spLocks noGrp="1"/>
          </p:cNvSpPr>
          <p:nvPr>
            <p:ph type="pic" idx="20"/>
          </p:nvPr>
        </p:nvSpPr>
        <p:spPr>
          <a:xfrm>
            <a:off x="1208550" y="2958825"/>
            <a:ext cx="1115700" cy="111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" name="Google Shape;50;p5"/>
          <p:cNvSpPr txBox="1">
            <a:spLocks noGrp="1"/>
          </p:cNvSpPr>
          <p:nvPr>
            <p:ph type="subTitle" idx="21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22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23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24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25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6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27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28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- Alt 1">
  <p:cSld name="BLANK_1_1_1_1_2_3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body" idx="1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-3491" y="1985350"/>
            <a:ext cx="3736169" cy="3157918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" name="Google Shape;64;p6"/>
          <p:cNvSpPr>
            <a:spLocks noGrp="1"/>
          </p:cNvSpPr>
          <p:nvPr>
            <p:ph type="pic" idx="3"/>
          </p:nvPr>
        </p:nvSpPr>
        <p:spPr>
          <a:xfrm>
            <a:off x="988450" y="2967538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65" name="Google Shape;65;p6"/>
          <p:cNvSpPr txBox="1">
            <a:spLocks noGrp="1"/>
          </p:cNvSpPr>
          <p:nvPr>
            <p:ph type="subTitle" idx="4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ubTitle" idx="5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6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68" name="Google Shape;68;p6"/>
          <p:cNvSpPr>
            <a:spLocks noGrp="1"/>
          </p:cNvSpPr>
          <p:nvPr>
            <p:ph type="pic" idx="7"/>
          </p:nvPr>
        </p:nvSpPr>
        <p:spPr>
          <a:xfrm>
            <a:off x="4685500" y="1169975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69" name="Google Shape;69;p6"/>
          <p:cNvSpPr txBox="1">
            <a:spLocks noGrp="1"/>
          </p:cNvSpPr>
          <p:nvPr>
            <p:ph type="subTitle" idx="8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9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>
            <a:spLocks noGrp="1"/>
          </p:cNvSpPr>
          <p:nvPr>
            <p:ph type="pic" idx="13"/>
          </p:nvPr>
        </p:nvSpPr>
        <p:spPr>
          <a:xfrm>
            <a:off x="4685500" y="2967538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72" name="Google Shape;72;p6"/>
          <p:cNvSpPr txBox="1">
            <a:spLocks noGrp="1"/>
          </p:cNvSpPr>
          <p:nvPr>
            <p:ph type="subTitle" idx="14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15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body" idx="16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75" name="Google Shape;75;p6"/>
          <p:cNvSpPr>
            <a:spLocks noGrp="1"/>
          </p:cNvSpPr>
          <p:nvPr>
            <p:ph type="pic" idx="17"/>
          </p:nvPr>
        </p:nvSpPr>
        <p:spPr>
          <a:xfrm>
            <a:off x="988450" y="1169975"/>
            <a:ext cx="1264200" cy="1258500"/>
          </a:xfrm>
          <a:prstGeom prst="roundRect">
            <a:avLst>
              <a:gd name="adj" fmla="val 16718"/>
            </a:avLst>
          </a:prstGeom>
          <a:noFill/>
          <a:ln>
            <a:noFill/>
          </a:ln>
        </p:spPr>
      </p:sp>
      <p:sp>
        <p:nvSpPr>
          <p:cNvPr id="76" name="Google Shape;76;p6"/>
          <p:cNvSpPr txBox="1">
            <a:spLocks noGrp="1"/>
          </p:cNvSpPr>
          <p:nvPr>
            <p:ph type="subTitle" idx="18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subTitle" idx="19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subTitle" idx="20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4">
  <p:cSld name="BLANK_1_1_1_1_2_2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299656" y="0"/>
            <a:ext cx="1841902" cy="1572524"/>
          </a:xfrm>
          <a:custGeom>
            <a:avLst/>
            <a:gdLst/>
            <a:ahLst/>
            <a:cxnLst/>
            <a:rect l="l" t="t" r="r" b="b"/>
            <a:pathLst>
              <a:path w="65894" h="56257" extrusionOk="0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7">
  <p:cSld name="BLANK_1_1_1_1_2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31" y="1985350"/>
            <a:ext cx="3736169" cy="3157918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statement">
  <p:cSld name="BLANK_1_1_1_1_1_2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>
            <a:spLocks noGrp="1"/>
          </p:cNvSpPr>
          <p:nvPr>
            <p:ph type="body" idx="1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93" name="Google Shape;93;p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2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BLANK_1_1_1_1_1_1">
    <p:bg>
      <p:bgPr>
        <a:solidFill>
          <a:schemeClr val="accen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0"/>
          <p:cNvPicPr preferRelativeResize="0"/>
          <p:nvPr/>
        </p:nvPicPr>
        <p:blipFill rotWithShape="1">
          <a:blip r:embed="rId2">
            <a:alphaModFix/>
          </a:blip>
          <a:srcRect t="51307" r="54483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>
            <a:spLocks noGrp="1"/>
          </p:cNvSpPr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 b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6724719" y="-48"/>
            <a:ext cx="2419360" cy="1864544"/>
          </a:xfrm>
          <a:custGeom>
            <a:avLst/>
            <a:gdLst/>
            <a:ahLst/>
            <a:cxnLst/>
            <a:rect l="l" t="t" r="r" b="b"/>
            <a:pathLst>
              <a:path w="75605" h="58267" extrusionOk="0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0" y="3692104"/>
            <a:ext cx="2339584" cy="1451392"/>
          </a:xfrm>
          <a:custGeom>
            <a:avLst/>
            <a:gdLst/>
            <a:ahLst/>
            <a:cxnLst/>
            <a:rect l="l" t="t" r="r" b="b"/>
            <a:pathLst>
              <a:path w="73112" h="45356" extrusionOk="0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2">
  <p:cSld name="BLANK_1_1_1_1_1_1_1_1_1_1_1_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2" name="Google Shape;102;p11"/>
          <p:cNvSpPr txBox="1">
            <a:spLocks noGrp="1"/>
          </p:cNvSpPr>
          <p:nvPr>
            <p:ph type="subTitle" idx="1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subTitle" idx="2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subTitle" idx="3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ubTitle" idx="4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6" name="Google Shape;106;p11"/>
          <p:cNvSpPr txBox="1">
            <a:spLocks noGrp="1"/>
          </p:cNvSpPr>
          <p:nvPr>
            <p:ph type="subTitle" idx="5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subTitle" idx="6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pic>
        <p:nvPicPr>
          <p:cNvPr id="108" name="Google Shape;108;p11"/>
          <p:cNvPicPr preferRelativeResize="0"/>
          <p:nvPr/>
        </p:nvPicPr>
        <p:blipFill rotWithShape="1">
          <a:blip r:embed="rId2">
            <a:alphaModFix/>
          </a:blip>
          <a:srcRect l="57200" b="4752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>
            <a:spLocks noGrp="1"/>
          </p:cNvSpPr>
          <p:nvPr>
            <p:ph type="subTitle" idx="7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subTitle" idx="8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9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subTitle" idx="13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subTitle" idx="14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ubTitle" idx="15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subTitle" idx="16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subTitle" idx="17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subTitle" idx="18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ubTitle" idx="19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ubTitle" idx="20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subTitle" idx="21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subTitle" idx="22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1">
  <p:cSld name="BLANK_1_1_1_1_1_1_1_1_1_1_1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2"/>
          <p:cNvPicPr preferRelativeResize="0"/>
          <p:nvPr/>
        </p:nvPicPr>
        <p:blipFill rotWithShape="1">
          <a:blip r:embed="rId2">
            <a:alphaModFix/>
          </a:blip>
          <a:srcRect t="21451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2"/>
          <p:cNvSpPr/>
          <p:nvPr/>
        </p:nvSpPr>
        <p:spPr>
          <a:xfrm rot="-5400000" flipH="1">
            <a:off x="5143020" y="1161600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600000" y="-50"/>
            <a:ext cx="3973152" cy="5143488"/>
          </a:xfrm>
          <a:custGeom>
            <a:avLst/>
            <a:gdLst/>
            <a:ahLst/>
            <a:cxnLst/>
            <a:rect l="l" t="t" r="r" b="b"/>
            <a:pathLst>
              <a:path w="124161" h="160734" extrusionOk="0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8" name="Google Shape;128;p12"/>
          <p:cNvSpPr txBox="1">
            <a:spLocks noGrp="1"/>
          </p:cNvSpPr>
          <p:nvPr>
            <p:ph type="sldNum" idx="12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1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2"/>
          <p:cNvSpPr>
            <a:spLocks noGrp="1"/>
          </p:cNvSpPr>
          <p:nvPr>
            <p:ph type="pic" idx="2"/>
          </p:nvPr>
        </p:nvSpPr>
        <p:spPr>
          <a:xfrm>
            <a:off x="52123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31" name="Google Shape;131;p1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7766436" y="148752"/>
            <a:ext cx="1377568" cy="2421760"/>
          </a:xfrm>
          <a:custGeom>
            <a:avLst/>
            <a:gdLst/>
            <a:ahLst/>
            <a:cxnLst/>
            <a:rect l="l" t="t" r="r" b="b"/>
            <a:pathLst>
              <a:path w="43049" h="75680" extrusionOk="0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" name="Google Shape;134;p12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BLANK_1_1_1_1_1_1_1_1_1_1_1_1_2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3"/>
          <p:cNvPicPr preferRelativeResize="0"/>
          <p:nvPr/>
        </p:nvPicPr>
        <p:blipFill rotWithShape="1">
          <a:blip r:embed="rId2">
            <a:alphaModFix/>
          </a:blip>
          <a:srcRect b="59420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 l="149" b="34691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4638645" y="1838308"/>
            <a:ext cx="4505344" cy="3305184"/>
          </a:xfrm>
          <a:custGeom>
            <a:avLst/>
            <a:gdLst/>
            <a:ahLst/>
            <a:cxnLst/>
            <a:rect l="l" t="t" r="r" b="b"/>
            <a:pathLst>
              <a:path w="140792" h="103287" extrusionOk="0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sldNum" idx="12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1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>
            <a:spLocks noGrp="1"/>
          </p:cNvSpPr>
          <p:nvPr>
            <p:ph type="pic" idx="2"/>
          </p:nvPr>
        </p:nvSpPr>
        <p:spPr>
          <a:xfrm>
            <a:off x="52123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3" name="Google Shape;143;p1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7305660" y="0"/>
            <a:ext cx="1838336" cy="1509728"/>
          </a:xfrm>
          <a:custGeom>
            <a:avLst/>
            <a:gdLst/>
            <a:ahLst/>
            <a:cxnLst/>
            <a:rect l="l" t="t" r="r" b="b"/>
            <a:pathLst>
              <a:path w="57448" h="47179" extrusionOk="0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3">
  <p:cSld name="BLANK_1_1_1_1_1_1_1_1_1_1_1_1_2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4"/>
          <p:cNvPicPr preferRelativeResize="0"/>
          <p:nvPr/>
        </p:nvPicPr>
        <p:blipFill rotWithShape="1">
          <a:blip r:embed="rId2">
            <a:alphaModFix/>
          </a:blip>
          <a:srcRect t="23212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r="37756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>
            <a:spLocks noGrp="1"/>
          </p:cNvSpPr>
          <p:nvPr>
            <p:ph type="sldNum" idx="12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14"/>
          <p:cNvSpPr txBox="1">
            <a:spLocks noGrp="1"/>
          </p:cNvSpPr>
          <p:nvPr>
            <p:ph type="body" idx="1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0" y="0"/>
            <a:ext cx="4296549" cy="4588647"/>
          </a:xfrm>
          <a:custGeom>
            <a:avLst/>
            <a:gdLst/>
            <a:ahLst/>
            <a:cxnLst/>
            <a:rect l="l" t="t" r="r" b="b"/>
            <a:pathLst>
              <a:path w="136811" h="146112" extrusionOk="0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5" name="Google Shape;155;p14"/>
          <p:cNvSpPr>
            <a:spLocks noGrp="1"/>
          </p:cNvSpPr>
          <p:nvPr>
            <p:ph type="pic" idx="2"/>
          </p:nvPr>
        </p:nvSpPr>
        <p:spPr>
          <a:xfrm>
            <a:off x="3138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56" name="Google Shape;156;p14"/>
          <p:cNvSpPr/>
          <p:nvPr/>
        </p:nvSpPr>
        <p:spPr>
          <a:xfrm>
            <a:off x="-1692" y="0"/>
            <a:ext cx="1834577" cy="1066372"/>
          </a:xfrm>
          <a:custGeom>
            <a:avLst/>
            <a:gdLst/>
            <a:ahLst/>
            <a:cxnLst/>
            <a:rect l="l" t="t" r="r" b="b"/>
            <a:pathLst>
              <a:path w="59978" h="34863" extrusionOk="0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8" name="Google Shape;158;p14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4">
  <p:cSld name="BLANK_1_1_1_1_1_1_1_1_1_1_1_1_2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2">
            <a:alphaModFix/>
          </a:blip>
          <a:srcRect b="50879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5269687" y="0"/>
            <a:ext cx="3874304" cy="2438400"/>
          </a:xfrm>
          <a:custGeom>
            <a:avLst/>
            <a:gdLst/>
            <a:ahLst/>
            <a:cxnLst/>
            <a:rect l="l" t="t" r="r" b="b"/>
            <a:pathLst>
              <a:path w="121072" h="76200" extrusionOk="0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2"/>
          </p:nvPr>
        </p:nvSpPr>
        <p:spPr>
          <a:xfrm>
            <a:off x="5212300" y="460300"/>
            <a:ext cx="3702900" cy="41361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66" name="Google Shape;166;p1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4680310" y="3856552"/>
            <a:ext cx="2576544" cy="1302560"/>
          </a:xfrm>
          <a:custGeom>
            <a:avLst/>
            <a:gdLst/>
            <a:ahLst/>
            <a:cxnLst/>
            <a:rect l="l" t="t" r="r" b="b"/>
            <a:pathLst>
              <a:path w="80517" h="40705" extrusionOk="0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9" name="Google Shape;169;p15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BLANK_1_1_1_1_1_1_1_1_1_1_1_1_1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>
            <a:spLocks noGrp="1"/>
          </p:cNvSpPr>
          <p:nvPr>
            <p:ph type="subTitle" idx="1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2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subTitle" idx="3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4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body" idx="5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6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spcFirstLastPara="1" wrap="square" lIns="274300" tIns="91425" rIns="27430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7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BLANK_1_1_1_1_2_1_2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/>
          <p:cNvPicPr preferRelativeResize="0"/>
          <p:nvPr/>
        </p:nvPicPr>
        <p:blipFill rotWithShape="1">
          <a:blip r:embed="rId2">
            <a:alphaModFix/>
          </a:blip>
          <a:srcRect l="533" t="71891" r="13407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>
            <a:spLocks noGrp="1"/>
          </p:cNvSpPr>
          <p:nvPr>
            <p:ph type="body" idx="1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body" idx="2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3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 idx="4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187" name="Google Shape;187;p17"/>
          <p:cNvSpPr>
            <a:spLocks noGrp="1"/>
          </p:cNvSpPr>
          <p:nvPr>
            <p:ph type="pic" idx="5"/>
          </p:nvPr>
        </p:nvSpPr>
        <p:spPr>
          <a:xfrm>
            <a:off x="309350" y="1425725"/>
            <a:ext cx="1409700" cy="1409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 t="49683" r="49117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>
            <a:spLocks noGrp="1"/>
          </p:cNvSpPr>
          <p:nvPr>
            <p:ph type="title" idx="6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7302102" y="-1"/>
            <a:ext cx="1841902" cy="1572524"/>
          </a:xfrm>
          <a:custGeom>
            <a:avLst/>
            <a:gdLst/>
            <a:ahLst/>
            <a:cxnLst/>
            <a:rect l="l" t="t" r="r" b="b"/>
            <a:pathLst>
              <a:path w="65894" h="56257" extrusionOk="0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2" name="Google Shape;192;p17"/>
          <p:cNvSpPr txBox="1">
            <a:spLocks noGrp="1"/>
          </p:cNvSpPr>
          <p:nvPr>
            <p:ph type="subTitle" idx="7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3">
  <p:cSld name="BLANK_1_1_1_1_1_1_1_1_1_1_1_1_1_1_2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/>
          <p:cNvPicPr preferRelativeResize="0"/>
          <p:nvPr/>
        </p:nvPicPr>
        <p:blipFill rotWithShape="1">
          <a:blip r:embed="rId2">
            <a:alphaModFix/>
          </a:blip>
          <a:srcRect l="535" t="71891" r="3336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>
            <a:spLocks noGrp="1"/>
          </p:cNvSpPr>
          <p:nvPr>
            <p:ph type="body" idx="1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body" idx="2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body" idx="3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body" idx="4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5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6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body" idx="7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2" name="Google Shape;202;p18"/>
          <p:cNvSpPr txBox="1">
            <a:spLocks noGrp="1"/>
          </p:cNvSpPr>
          <p:nvPr>
            <p:ph type="body" idx="8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body" idx="9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body" idx="13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marL="914400" lvl="1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marL="1371600" lvl="2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marL="1828800" lvl="3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marL="2286000" lvl="4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marL="2743200" lvl="5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marL="3200400" lvl="6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marL="3657600" lvl="7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marL="4114800" lvl="8" indent="-269875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body" idx="14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body" idx="15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body" idx="16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7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title" idx="18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title" idx="19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title" idx="20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title" idx="21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title" idx="22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title" idx="23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24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25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body" idx="26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marL="914400" lvl="1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marL="1371600" lvl="2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marL="1828800" lvl="3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marL="2286000" lvl="4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marL="2743200" lvl="5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marL="3200400" lvl="6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marL="3657600" lvl="7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marL="4114800" lvl="8" indent="-26987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27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spcFirstLastPara="1" wrap="square" lIns="274300" tIns="0" rIns="27430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28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">
  <p:cSld name="BLANK_1_1_1_1_2_1_2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9"/>
          <p:cNvPicPr preferRelativeResize="0"/>
          <p:nvPr/>
        </p:nvPicPr>
        <p:blipFill rotWithShape="1">
          <a:blip r:embed="rId2">
            <a:alphaModFix/>
          </a:blip>
          <a:srcRect l="535" t="71891" r="3336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>
            <a:spLocks noGrp="1"/>
          </p:cNvSpPr>
          <p:nvPr>
            <p:ph type="body" idx="1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body" idx="2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title" idx="3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body" idx="4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29" name="Google Shape;229;p19"/>
          <p:cNvSpPr>
            <a:spLocks noGrp="1"/>
          </p:cNvSpPr>
          <p:nvPr>
            <p:ph type="pic" idx="5"/>
          </p:nvPr>
        </p:nvSpPr>
        <p:spPr>
          <a:xfrm>
            <a:off x="309350" y="952800"/>
            <a:ext cx="2754000" cy="1634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30" name="Google Shape;230;p19"/>
          <p:cNvSpPr txBox="1">
            <a:spLocks noGrp="1"/>
          </p:cNvSpPr>
          <p:nvPr>
            <p:ph type="title" idx="6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31" name="Google Shape;231;p19"/>
          <p:cNvSpPr txBox="1">
            <a:spLocks noGrp="1"/>
          </p:cNvSpPr>
          <p:nvPr>
            <p:ph type="title" idx="7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32" name="Google Shape;232;p19"/>
          <p:cNvSpPr txBox="1">
            <a:spLocks noGrp="1"/>
          </p:cNvSpPr>
          <p:nvPr>
            <p:ph type="title" idx="8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4" name="Google Shape;234;p19"/>
          <p:cNvSpPr txBox="1">
            <a:spLocks noGrp="1"/>
          </p:cNvSpPr>
          <p:nvPr>
            <p:ph type="title" idx="9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subTitle" idx="1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 - Alt 1">
  <p:cSld name="BLANK_1_1_1_1_2_1_2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0"/>
          <p:cNvPicPr preferRelativeResize="0"/>
          <p:nvPr/>
        </p:nvPicPr>
        <p:blipFill rotWithShape="1">
          <a:blip r:embed="rId2">
            <a:alphaModFix/>
          </a:blip>
          <a:srcRect l="535" t="71891" r="3336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>
            <a:spLocks noGrp="1"/>
          </p:cNvSpPr>
          <p:nvPr>
            <p:ph type="body" idx="1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body" idx="2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title" idx="3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title" idx="4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title" idx="5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title" idx="6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6" name="Google Shape;246;p20"/>
          <p:cNvSpPr txBox="1">
            <a:spLocks noGrp="1"/>
          </p:cNvSpPr>
          <p:nvPr>
            <p:ph type="title" idx="7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7" name="Google Shape;247;p20"/>
          <p:cNvSpPr txBox="1">
            <a:spLocks noGrp="1"/>
          </p:cNvSpPr>
          <p:nvPr>
            <p:ph type="title" idx="8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title" idx="9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49" name="Google Shape;249;p20"/>
          <p:cNvSpPr txBox="1">
            <a:spLocks noGrp="1"/>
          </p:cNvSpPr>
          <p:nvPr>
            <p:ph type="title" idx="13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title" idx="14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title" idx="15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2" name="Google Shape;252;p20"/>
          <p:cNvSpPr txBox="1">
            <a:spLocks noGrp="1"/>
          </p:cNvSpPr>
          <p:nvPr>
            <p:ph type="title" idx="16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 idx="17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title" idx="18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5" name="Google Shape;255;p20"/>
          <p:cNvSpPr txBox="1">
            <a:spLocks noGrp="1"/>
          </p:cNvSpPr>
          <p:nvPr>
            <p:ph type="title" idx="19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title" idx="20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21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8" name="Google Shape;258;p20"/>
          <p:cNvSpPr txBox="1">
            <a:spLocks noGrp="1"/>
          </p:cNvSpPr>
          <p:nvPr>
            <p:ph type="title" idx="22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title" idx="23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title" idx="24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1" name="Google Shape;261;p20"/>
          <p:cNvSpPr txBox="1">
            <a:spLocks noGrp="1"/>
          </p:cNvSpPr>
          <p:nvPr>
            <p:ph type="title" idx="25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title" idx="26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title" idx="27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28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1">
  <p:cSld name="BLANK_1_1_1_1_1_1_1_1_1_1_1_1_1_1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>
            <a:spLocks noGrp="1"/>
          </p:cNvSpPr>
          <p:nvPr>
            <p:ph type="subTitle" idx="1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2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8" name="Google Shape;268;p21"/>
          <p:cNvSpPr txBox="1">
            <a:spLocks noGrp="1"/>
          </p:cNvSpPr>
          <p:nvPr>
            <p:ph type="subTitle" idx="3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69" name="Google Shape;269;p21"/>
          <p:cNvSpPr txBox="1">
            <a:spLocks noGrp="1"/>
          </p:cNvSpPr>
          <p:nvPr>
            <p:ph type="subTitle" idx="4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pic>
        <p:nvPicPr>
          <p:cNvPr id="270" name="Google Shape;270;p21"/>
          <p:cNvPicPr preferRelativeResize="0"/>
          <p:nvPr/>
        </p:nvPicPr>
        <p:blipFill rotWithShape="1">
          <a:blip r:embed="rId2">
            <a:alphaModFix/>
          </a:blip>
          <a:srcRect l="535" t="71891" r="3336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>
            <a:spLocks noGrp="1"/>
          </p:cNvSpPr>
          <p:nvPr>
            <p:ph type="body" idx="5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72" name="Google Shape;272;p2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73" name="Google Shape;273;p21"/>
          <p:cNvSpPr txBox="1">
            <a:spLocks noGrp="1"/>
          </p:cNvSpPr>
          <p:nvPr>
            <p:ph type="body" idx="6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74" name="Google Shape;274;p21"/>
          <p:cNvSpPr txBox="1">
            <a:spLocks noGrp="1"/>
          </p:cNvSpPr>
          <p:nvPr>
            <p:ph type="body" idx="7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75" name="Google Shape;275;p21"/>
          <p:cNvSpPr txBox="1">
            <a:spLocks noGrp="1"/>
          </p:cNvSpPr>
          <p:nvPr>
            <p:ph type="body" idx="8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7" name="Google Shape;277;p21"/>
          <p:cNvSpPr txBox="1">
            <a:spLocks noGrp="1"/>
          </p:cNvSpPr>
          <p:nvPr>
            <p:ph type="subTitle" idx="9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3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2"/>
          <p:cNvPicPr preferRelativeResize="0"/>
          <p:nvPr/>
        </p:nvPicPr>
        <p:blipFill rotWithShape="1">
          <a:blip r:embed="rId2">
            <a:alphaModFix/>
          </a:blip>
          <a:srcRect l="535" t="71891" r="3336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81" name="Google Shape;281;p22"/>
          <p:cNvSpPr txBox="1">
            <a:spLocks noGrp="1"/>
          </p:cNvSpPr>
          <p:nvPr>
            <p:ph type="title" idx="2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2" name="Google Shape;282;p22"/>
          <p:cNvSpPr txBox="1">
            <a:spLocks noGrp="1"/>
          </p:cNvSpPr>
          <p:nvPr>
            <p:ph type="title" idx="3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3" name="Google Shape;283;p22"/>
          <p:cNvSpPr txBox="1">
            <a:spLocks noGrp="1"/>
          </p:cNvSpPr>
          <p:nvPr>
            <p:ph type="title" idx="4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title" idx="5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 b="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title" idx="6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title" idx="7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title" idx="8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title" idx="9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 idx="13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title" idx="14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15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spcFirstLastPara="1" wrap="square" lIns="91425" tIns="9142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3" name="Google Shape;293;p22"/>
          <p:cNvSpPr txBox="1">
            <a:spLocks noGrp="1"/>
          </p:cNvSpPr>
          <p:nvPr>
            <p:ph type="subTitle" idx="1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big ideas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>
            <a:spLocks noGrp="1"/>
          </p:cNvSpPr>
          <p:nvPr>
            <p:ph type="subTitle" idx="1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6" name="Google Shape;296;p23"/>
          <p:cNvSpPr txBox="1">
            <a:spLocks noGrp="1"/>
          </p:cNvSpPr>
          <p:nvPr>
            <p:ph type="subTitle" idx="2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7" name="Google Shape;297;p23"/>
          <p:cNvSpPr txBox="1">
            <a:spLocks noGrp="1"/>
          </p:cNvSpPr>
          <p:nvPr>
            <p:ph type="subTitle" idx="3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8" name="Google Shape;298;p23"/>
          <p:cNvSpPr txBox="1">
            <a:spLocks noGrp="1"/>
          </p:cNvSpPr>
          <p:nvPr>
            <p:ph type="subTitle" idx="4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p23"/>
          <p:cNvSpPr txBox="1">
            <a:spLocks noGrp="1"/>
          </p:cNvSpPr>
          <p:nvPr>
            <p:ph type="subTitle" idx="5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spcFirstLastPara="1" wrap="square" lIns="182875" tIns="0" rIns="18287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pic>
        <p:nvPicPr>
          <p:cNvPr id="300" name="Google Shape;300;p23"/>
          <p:cNvPicPr preferRelativeResize="0"/>
          <p:nvPr/>
        </p:nvPicPr>
        <p:blipFill rotWithShape="1">
          <a:blip r:embed="rId2">
            <a:alphaModFix/>
          </a:blip>
          <a:srcRect t="70459" r="33897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>
            <a:spLocks noGrp="1"/>
          </p:cNvSpPr>
          <p:nvPr>
            <p:ph type="body" idx="6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2" name="Google Shape;302;p23"/>
          <p:cNvSpPr txBox="1">
            <a:spLocks noGrp="1"/>
          </p:cNvSpPr>
          <p:nvPr>
            <p:ph type="body" idx="7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3" name="Google Shape;303;p23"/>
          <p:cNvSpPr txBox="1">
            <a:spLocks noGrp="1"/>
          </p:cNvSpPr>
          <p:nvPr>
            <p:ph type="body" idx="8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4" name="Google Shape;304;p23"/>
          <p:cNvSpPr txBox="1">
            <a:spLocks noGrp="1"/>
          </p:cNvSpPr>
          <p:nvPr>
            <p:ph type="body" idx="9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p23"/>
          <p:cNvSpPr txBox="1">
            <a:spLocks noGrp="1"/>
          </p:cNvSpPr>
          <p:nvPr>
            <p:ph type="body" idx="13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spcFirstLastPara="1" wrap="square" lIns="91425" tIns="182875" rIns="18287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marL="91440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8" name="Google Shape;308;p23"/>
          <p:cNvSpPr txBox="1">
            <a:spLocks noGrp="1"/>
          </p:cNvSpPr>
          <p:nvPr>
            <p:ph type="subTitle" idx="14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BLANK_1_1_1_1_1_1_1_1_1_1_1_1_1_1_1_1_1_1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name="adj1" fmla="val 10792592"/>
              <a:gd name="adj2" fmla="val 16198514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11" name="Google Shape;311;p24"/>
          <p:cNvPicPr preferRelativeResize="0"/>
          <p:nvPr/>
        </p:nvPicPr>
        <p:blipFill rotWithShape="1">
          <a:blip r:embed="rId2">
            <a:alphaModFix/>
          </a:blip>
          <a:srcRect l="7338" b="46245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3" name="Google Shape;313;p24"/>
          <p:cNvSpPr txBox="1">
            <a:spLocks noGrp="1"/>
          </p:cNvSpPr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-4" y="1992734"/>
            <a:ext cx="3736169" cy="3157919"/>
          </a:xfrm>
          <a:custGeom>
            <a:avLst/>
            <a:gdLst/>
            <a:ahLst/>
            <a:cxnLst/>
            <a:rect l="l" t="t" r="r" b="b"/>
            <a:pathLst>
              <a:path w="247921" h="209550" extrusionOk="0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5" name="Google Shape;315;p24"/>
          <p:cNvSpPr txBox="1">
            <a:spLocks noGrp="1"/>
          </p:cNvSpPr>
          <p:nvPr>
            <p:ph type="body" idx="1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body" idx="2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>
            <a:endParaRPr/>
          </a:p>
        </p:txBody>
      </p:sp>
      <p:sp>
        <p:nvSpPr>
          <p:cNvPr id="317" name="Google Shape;317;p24"/>
          <p:cNvSpPr txBox="1">
            <a:spLocks noGrp="1"/>
          </p:cNvSpPr>
          <p:nvPr>
            <p:ph type="body" idx="3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>
            <a:endParaRPr/>
          </a:p>
        </p:txBody>
      </p:sp>
      <p:sp>
        <p:nvSpPr>
          <p:cNvPr id="318" name="Google Shape;318;p24"/>
          <p:cNvSpPr txBox="1">
            <a:spLocks noGrp="1"/>
          </p:cNvSpPr>
          <p:nvPr>
            <p:ph type="subTitle" idx="4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BLANK_1_1_1_1_1_1_2">
    <p:bg>
      <p:bgPr>
        <a:solidFill>
          <a:schemeClr val="accen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5"/>
          <p:cNvPicPr preferRelativeResize="0"/>
          <p:nvPr/>
        </p:nvPicPr>
        <p:blipFill rotWithShape="1">
          <a:blip r:embed="rId2">
            <a:alphaModFix/>
          </a:blip>
          <a:srcRect t="51307" r="54483"/>
          <a:stretch/>
        </p:blipFill>
        <p:spPr>
          <a:xfrm rot="10800000" flipH="1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2" name="Google Shape;322;p25"/>
          <p:cNvSpPr txBox="1">
            <a:spLocks noGrp="1"/>
          </p:cNvSpPr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23" name="Google Shape;323;p25"/>
          <p:cNvSpPr txBox="1">
            <a:spLocks noGrp="1"/>
          </p:cNvSpPr>
          <p:nvPr>
            <p:ph type="subTitle" idx="1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>
            <a:endParaRPr/>
          </a:p>
        </p:txBody>
      </p:sp>
      <p:sp>
        <p:nvSpPr>
          <p:cNvPr id="324" name="Google Shape;324;p25"/>
          <p:cNvSpPr/>
          <p:nvPr/>
        </p:nvSpPr>
        <p:spPr>
          <a:xfrm flipH="1">
            <a:off x="11" y="148752"/>
            <a:ext cx="1377568" cy="2421760"/>
          </a:xfrm>
          <a:custGeom>
            <a:avLst/>
            <a:gdLst/>
            <a:ahLst/>
            <a:cxnLst/>
            <a:rect l="l" t="t" r="r" b="b"/>
            <a:pathLst>
              <a:path w="43049" h="75680" extrusionOk="0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5" name="Google Shape;325;p25"/>
          <p:cNvSpPr txBox="1">
            <a:spLocks noGrp="1"/>
          </p:cNvSpPr>
          <p:nvPr>
            <p:ph type="body" idx="2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subTitle" idx="3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1" name="Google Shape;33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5" name="Google Shape;335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40" name="Google Shape;340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43" name="Google Shape;343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4" name="Google Shape;344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9" name="Google Shape;349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4" name="Google Shape;354;p3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5" name="Google Shape;355;p3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6" name="Google Shape;356;p3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7" name="Google Shape;357;p3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8" name="Google Shape;358;p3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1" name="Google Shape;361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2" name="Google Shape;362;p3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65" name="Google Shape;365;p3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6" name="Google Shape;366;p3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7" name="Google Shape;367;p3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1" name="Google Shape;371;p3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3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73" name="Google Shape;373;p38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4" name="Google Shape;374;p38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5" name="Google Shape;375;p38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6" name="Google Shape;376;p38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9" name="Google Shape;379;p3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0" name="Google Shape;380;p3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3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83" name="Google Shape;383;p3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" name="Google Shape;384;p3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4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4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5" name="Google Shape;39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6" name="Google Shape;396;p4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7" name="Google Shape;397;p4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0" name="Google Shape;400;p4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4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4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3" name="Google Shape;403;p4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4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5" name="Google Shape;405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4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7" name="Google Shape;407;p4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8" name="Google Shape;408;p4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4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9" name="Google Shape;419;p4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1">
  <p:cSld name="BLANK_2">
    <p:bg>
      <p:bgPr>
        <a:solidFill>
          <a:schemeClr val="dk1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6"/>
          <p:cNvSpPr txBox="1">
            <a:spLocks noGrp="1"/>
          </p:cNvSpPr>
          <p:nvPr>
            <p:ph type="subTitle" idx="1"/>
          </p:nvPr>
        </p:nvSpPr>
        <p:spPr>
          <a:xfrm>
            <a:off x="6775278" y="3560565"/>
            <a:ext cx="20016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429" name="Google Shape;429;p46"/>
          <p:cNvSpPr txBox="1">
            <a:spLocks noGrp="1"/>
          </p:cNvSpPr>
          <p:nvPr>
            <p:ph type="title"/>
          </p:nvPr>
        </p:nvSpPr>
        <p:spPr>
          <a:xfrm>
            <a:off x="361975" y="3082925"/>
            <a:ext cx="6276900" cy="1839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430" name="Google Shape;430;p46"/>
          <p:cNvSpPr txBox="1">
            <a:spLocks noGrp="1"/>
          </p:cNvSpPr>
          <p:nvPr>
            <p:ph type="subTitle" idx="2"/>
          </p:nvPr>
        </p:nvSpPr>
        <p:spPr>
          <a:xfrm>
            <a:off x="361975" y="2463075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Light"/>
              <a:buNone/>
              <a:defRPr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2">
  <p:cSld name="CUSTOM_20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7"/>
          <p:cNvSpPr>
            <a:spLocks noGrp="1"/>
          </p:cNvSpPr>
          <p:nvPr>
            <p:ph type="pic" idx="2"/>
          </p:nvPr>
        </p:nvSpPr>
        <p:spPr>
          <a:xfrm>
            <a:off x="5859475" y="465625"/>
            <a:ext cx="2917200" cy="4316700"/>
          </a:xfrm>
          <a:prstGeom prst="roundRect">
            <a:avLst>
              <a:gd name="adj" fmla="val 3546"/>
            </a:avLst>
          </a:prstGeom>
          <a:noFill/>
          <a:ln>
            <a:noFill/>
          </a:ln>
        </p:spPr>
      </p:sp>
      <p:sp>
        <p:nvSpPr>
          <p:cNvPr id="434" name="Google Shape;434;p47"/>
          <p:cNvSpPr txBox="1">
            <a:spLocks noGrp="1"/>
          </p:cNvSpPr>
          <p:nvPr>
            <p:ph type="body" idx="1"/>
          </p:nvPr>
        </p:nvSpPr>
        <p:spPr>
          <a:xfrm>
            <a:off x="361975" y="2989125"/>
            <a:ext cx="5008500" cy="1763100"/>
          </a:xfrm>
          <a:prstGeom prst="rect">
            <a:avLst/>
          </a:prstGeom>
        </p:spPr>
        <p:txBody>
          <a:bodyPr spcFirstLastPara="1" wrap="square" lIns="0" tIns="137150" rIns="13715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"/>
              <a:buChar char="■"/>
              <a:defRPr sz="10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435" name="Google Shape;435;p47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6" name="Google Shape;436;p47"/>
          <p:cNvSpPr txBox="1">
            <a:spLocks noGrp="1"/>
          </p:cNvSpPr>
          <p:nvPr>
            <p:ph type="subTitle" idx="4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3">
  <p:cSld name="CUSTOM_24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48"/>
          <p:cNvSpPr txBox="1">
            <a:spLocks noGrp="1"/>
          </p:cNvSpPr>
          <p:nvPr>
            <p:ph type="subTitle" idx="1"/>
          </p:nvPr>
        </p:nvSpPr>
        <p:spPr>
          <a:xfrm>
            <a:off x="4918050" y="3138700"/>
            <a:ext cx="36759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41" name="Google Shape;441;p48"/>
          <p:cNvSpPr txBox="1">
            <a:spLocks noGrp="1"/>
          </p:cNvSpPr>
          <p:nvPr>
            <p:ph type="body" idx="2"/>
          </p:nvPr>
        </p:nvSpPr>
        <p:spPr>
          <a:xfrm>
            <a:off x="4918050" y="3409900"/>
            <a:ext cx="3675900" cy="1233000"/>
          </a:xfrm>
          <a:prstGeom prst="rect">
            <a:avLst/>
          </a:prstGeom>
        </p:spPr>
        <p:txBody>
          <a:bodyPr spcFirstLastPara="1" wrap="square" lIns="0" tIns="13715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Archivo Light"/>
              <a:buChar char="■"/>
              <a:defRPr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442" name="Google Shape;442;p48"/>
          <p:cNvSpPr>
            <a:spLocks noGrp="1"/>
          </p:cNvSpPr>
          <p:nvPr>
            <p:ph type="pic" idx="3"/>
          </p:nvPr>
        </p:nvSpPr>
        <p:spPr>
          <a:xfrm>
            <a:off x="4637425" y="1066100"/>
            <a:ext cx="4140600" cy="1806600"/>
          </a:xfrm>
          <a:prstGeom prst="roundRect">
            <a:avLst>
              <a:gd name="adj" fmla="val 14555"/>
            </a:avLst>
          </a:prstGeom>
          <a:noFill/>
          <a:ln>
            <a:noFill/>
          </a:ln>
        </p:spPr>
      </p:sp>
      <p:sp>
        <p:nvSpPr>
          <p:cNvPr id="443" name="Google Shape;443;p48"/>
          <p:cNvSpPr txBox="1">
            <a:spLocks noGrp="1"/>
          </p:cNvSpPr>
          <p:nvPr>
            <p:ph type="subTitle" idx="4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48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41364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45" name="Google Shape;445;p48"/>
          <p:cNvSpPr txBox="1">
            <a:spLocks noGrp="1"/>
          </p:cNvSpPr>
          <p:nvPr>
            <p:ph type="subTitle" idx="5"/>
          </p:nvPr>
        </p:nvSpPr>
        <p:spPr>
          <a:xfrm>
            <a:off x="361975" y="552775"/>
            <a:ext cx="4063800" cy="51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subtitles">
  <p:cSld name="CUSTOM_2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4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49"/>
          <p:cNvSpPr txBox="1">
            <a:spLocks noGrp="1"/>
          </p:cNvSpPr>
          <p:nvPr>
            <p:ph type="subTitle" idx="2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1" name="Google Shape;451;p49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6239100" cy="455100"/>
          </a:xfrm>
          <a:prstGeom prst="rect">
            <a:avLst/>
          </a:prstGeom>
        </p:spPr>
        <p:txBody>
          <a:bodyPr spcFirstLastPara="1" wrap="square" lIns="0" tIns="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CUSTOM_19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50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50"/>
          <p:cNvSpPr txBox="1">
            <a:spLocks noGrp="1"/>
          </p:cNvSpPr>
          <p:nvPr>
            <p:ph type="title"/>
          </p:nvPr>
        </p:nvSpPr>
        <p:spPr>
          <a:xfrm>
            <a:off x="361975" y="552775"/>
            <a:ext cx="8343600" cy="2122800"/>
          </a:xfrm>
          <a:prstGeom prst="rect">
            <a:avLst/>
          </a:prstGeom>
        </p:spPr>
        <p:txBody>
          <a:bodyPr spcFirstLastPara="1" wrap="square" lIns="0" tIns="137150" rIns="137150" bIns="13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457" name="Google Shape;457;p50"/>
          <p:cNvSpPr txBox="1">
            <a:spLocks noGrp="1"/>
          </p:cNvSpPr>
          <p:nvPr>
            <p:ph type="body" idx="2"/>
          </p:nvPr>
        </p:nvSpPr>
        <p:spPr>
          <a:xfrm>
            <a:off x="361975" y="3014385"/>
            <a:ext cx="5008500" cy="1763100"/>
          </a:xfrm>
          <a:prstGeom prst="rect">
            <a:avLst/>
          </a:prstGeom>
        </p:spPr>
        <p:txBody>
          <a:bodyPr spcFirstLastPara="1" wrap="square" lIns="0" tIns="137150" rIns="13715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_2_3_1">
    <p:bg>
      <p:bgPr>
        <a:solidFill>
          <a:schemeClr val="dk1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1"/>
          <p:cNvSpPr txBox="1">
            <a:spLocks noGrp="1"/>
          </p:cNvSpPr>
          <p:nvPr>
            <p:ph type="title" hasCustomPrompt="1"/>
          </p:nvPr>
        </p:nvSpPr>
        <p:spPr>
          <a:xfrm>
            <a:off x="6810900" y="1133425"/>
            <a:ext cx="19635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1" name="Google Shape;461;p51"/>
          <p:cNvSpPr txBox="1">
            <a:spLocks noGrp="1"/>
          </p:cNvSpPr>
          <p:nvPr>
            <p:ph type="title" idx="2" hasCustomPrompt="1"/>
          </p:nvPr>
        </p:nvSpPr>
        <p:spPr>
          <a:xfrm>
            <a:off x="4677671" y="1133425"/>
            <a:ext cx="20514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2" name="Google Shape;462;p51"/>
          <p:cNvSpPr txBox="1">
            <a:spLocks noGrp="1"/>
          </p:cNvSpPr>
          <p:nvPr>
            <p:ph type="title" idx="3" hasCustomPrompt="1"/>
          </p:nvPr>
        </p:nvSpPr>
        <p:spPr>
          <a:xfrm>
            <a:off x="2537950" y="1133425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3" name="Google Shape;463;p51"/>
          <p:cNvSpPr txBox="1">
            <a:spLocks noGrp="1"/>
          </p:cNvSpPr>
          <p:nvPr>
            <p:ph type="title" idx="4" hasCustomPrompt="1"/>
          </p:nvPr>
        </p:nvSpPr>
        <p:spPr>
          <a:xfrm>
            <a:off x="2537950" y="2353968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4" name="Google Shape;464;p51"/>
          <p:cNvSpPr txBox="1">
            <a:spLocks noGrp="1"/>
          </p:cNvSpPr>
          <p:nvPr>
            <p:ph type="title" idx="5" hasCustomPrompt="1"/>
          </p:nvPr>
        </p:nvSpPr>
        <p:spPr>
          <a:xfrm>
            <a:off x="396850" y="1133425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5" name="Google Shape;465;p51"/>
          <p:cNvSpPr txBox="1">
            <a:spLocks noGrp="1"/>
          </p:cNvSpPr>
          <p:nvPr>
            <p:ph type="title" idx="6" hasCustomPrompt="1"/>
          </p:nvPr>
        </p:nvSpPr>
        <p:spPr>
          <a:xfrm>
            <a:off x="396850" y="2353968"/>
            <a:ext cx="1961100" cy="614400"/>
          </a:xfrm>
          <a:prstGeom prst="rect">
            <a:avLst/>
          </a:prstGeom>
        </p:spPr>
        <p:txBody>
          <a:bodyPr spcFirstLastPara="1" wrap="square" lIns="137150" tIns="137150" rIns="13715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●"/>
              <a:defRPr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○"/>
              <a:defRPr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Char char="■"/>
              <a:defRPr sz="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6" name="Google Shape;466;p5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7" name="Google Shape;467;p51"/>
          <p:cNvSpPr txBox="1">
            <a:spLocks noGrp="1"/>
          </p:cNvSpPr>
          <p:nvPr>
            <p:ph type="subTitle" idx="1"/>
          </p:nvPr>
        </p:nvSpPr>
        <p:spPr>
          <a:xfrm>
            <a:off x="356125" y="18314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>
            <a:endParaRPr/>
          </a:p>
        </p:txBody>
      </p:sp>
      <p:sp>
        <p:nvSpPr>
          <p:cNvPr id="468" name="Google Shape;468;p51"/>
          <p:cNvSpPr txBox="1">
            <a:spLocks noGrp="1"/>
          </p:cNvSpPr>
          <p:nvPr>
            <p:ph type="subTitle" idx="7"/>
          </p:nvPr>
        </p:nvSpPr>
        <p:spPr>
          <a:xfrm>
            <a:off x="2499750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>
            <a:endParaRPr/>
          </a:p>
        </p:txBody>
      </p:sp>
      <p:sp>
        <p:nvSpPr>
          <p:cNvPr id="469" name="Google Shape;469;p51"/>
          <p:cNvSpPr txBox="1">
            <a:spLocks noGrp="1"/>
          </p:cNvSpPr>
          <p:nvPr>
            <p:ph type="subTitle" idx="8"/>
          </p:nvPr>
        </p:nvSpPr>
        <p:spPr>
          <a:xfrm>
            <a:off x="4647650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>
            <a:endParaRPr/>
          </a:p>
        </p:txBody>
      </p:sp>
      <p:sp>
        <p:nvSpPr>
          <p:cNvPr id="470" name="Google Shape;470;p51"/>
          <p:cNvSpPr txBox="1">
            <a:spLocks noGrp="1"/>
          </p:cNvSpPr>
          <p:nvPr>
            <p:ph type="subTitle" idx="9"/>
          </p:nvPr>
        </p:nvSpPr>
        <p:spPr>
          <a:xfrm>
            <a:off x="6775275" y="181030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>
            <a:endParaRPr/>
          </a:p>
        </p:txBody>
      </p:sp>
      <p:sp>
        <p:nvSpPr>
          <p:cNvPr id="471" name="Google Shape;471;p51"/>
          <p:cNvSpPr txBox="1">
            <a:spLocks noGrp="1"/>
          </p:cNvSpPr>
          <p:nvPr>
            <p:ph type="subTitle" idx="13"/>
          </p:nvPr>
        </p:nvSpPr>
        <p:spPr>
          <a:xfrm>
            <a:off x="356125" y="306175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>
            <a:endParaRPr/>
          </a:p>
        </p:txBody>
      </p:sp>
      <p:sp>
        <p:nvSpPr>
          <p:cNvPr id="472" name="Google Shape;472;p51"/>
          <p:cNvSpPr txBox="1">
            <a:spLocks noGrp="1"/>
          </p:cNvSpPr>
          <p:nvPr>
            <p:ph type="subTitle" idx="14"/>
          </p:nvPr>
        </p:nvSpPr>
        <p:spPr>
          <a:xfrm>
            <a:off x="2539950" y="3061753"/>
            <a:ext cx="1961100" cy="349500"/>
          </a:xfrm>
          <a:prstGeom prst="rect">
            <a:avLst/>
          </a:prstGeom>
        </p:spPr>
        <p:txBody>
          <a:bodyPr spcFirstLastPara="1" wrap="square" lIns="137150" tIns="137150" rIns="13715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chivo SemiBold"/>
              <a:buNone/>
              <a:defRPr sz="125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2pPr>
            <a:lvl3pPr lvl="2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3pPr>
            <a:lvl4pPr lvl="3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4pPr>
            <a:lvl5pPr lvl="4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5pPr>
            <a:lvl6pPr lvl="5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6pPr>
            <a:lvl7pPr lvl="6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7pPr>
            <a:lvl8pPr lvl="7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8pPr>
            <a:lvl9pPr lvl="8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9pPr>
          </a:lstStyle>
          <a:p>
            <a:endParaRPr/>
          </a:p>
        </p:txBody>
      </p:sp>
      <p:sp>
        <p:nvSpPr>
          <p:cNvPr id="473" name="Google Shape;473;p51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BLANK_1_1_1_1_1_1_1_1_1_1_1_2_1_5_1">
    <p:bg>
      <p:bgPr>
        <a:solidFill>
          <a:schemeClr val="dk1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5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subTitle" idx="1"/>
          </p:nvPr>
        </p:nvSpPr>
        <p:spPr>
          <a:xfrm>
            <a:off x="5145650" y="4315326"/>
            <a:ext cx="3630900" cy="49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title"/>
          </p:nvPr>
        </p:nvSpPr>
        <p:spPr>
          <a:xfrm>
            <a:off x="361975" y="2793298"/>
            <a:ext cx="4401300" cy="2111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BLANK_1_1_1_1_1_1_1_1_1_1_1_2_1_4">
    <p:bg>
      <p:bgPr>
        <a:solidFill>
          <a:schemeClr val="dk1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3"/>
          <p:cNvSpPr txBox="1">
            <a:spLocks noGrp="1"/>
          </p:cNvSpPr>
          <p:nvPr>
            <p:ph type="subTitle" idx="1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2" name="Google Shape;482;p5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53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53"/>
          <p:cNvSpPr txBox="1">
            <a:spLocks noGrp="1"/>
          </p:cNvSpPr>
          <p:nvPr>
            <p:ph type="subTitle" idx="3"/>
          </p:nvPr>
        </p:nvSpPr>
        <p:spPr>
          <a:xfrm>
            <a:off x="339900" y="2464350"/>
            <a:ext cx="1025100" cy="31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subTitle" idx="4"/>
          </p:nvPr>
        </p:nvSpPr>
        <p:spPr>
          <a:xfrm>
            <a:off x="339900" y="3456150"/>
            <a:ext cx="1025100" cy="31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subTitle" idx="5"/>
          </p:nvPr>
        </p:nvSpPr>
        <p:spPr>
          <a:xfrm>
            <a:off x="339900" y="4416300"/>
            <a:ext cx="1025100" cy="31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53"/>
          <p:cNvSpPr txBox="1">
            <a:spLocks noGrp="1"/>
          </p:cNvSpPr>
          <p:nvPr>
            <p:ph type="subTitle" idx="6"/>
          </p:nvPr>
        </p:nvSpPr>
        <p:spPr>
          <a:xfrm>
            <a:off x="1365000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8" name="Google Shape;488;p53"/>
          <p:cNvSpPr txBox="1">
            <a:spLocks noGrp="1"/>
          </p:cNvSpPr>
          <p:nvPr>
            <p:ph type="subTitle" idx="7"/>
          </p:nvPr>
        </p:nvSpPr>
        <p:spPr>
          <a:xfrm>
            <a:off x="3308938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subTitle" idx="8"/>
          </p:nvPr>
        </p:nvSpPr>
        <p:spPr>
          <a:xfrm>
            <a:off x="5252888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subTitle" idx="9"/>
          </p:nvPr>
        </p:nvSpPr>
        <p:spPr>
          <a:xfrm>
            <a:off x="7198463" y="1737950"/>
            <a:ext cx="1945500" cy="318600"/>
          </a:xfrm>
          <a:prstGeom prst="rect">
            <a:avLst/>
          </a:prstGeom>
        </p:spPr>
        <p:txBody>
          <a:bodyPr spcFirstLastPara="1" wrap="square" lIns="91425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53"/>
          <p:cNvSpPr txBox="1">
            <a:spLocks noGrp="1"/>
          </p:cNvSpPr>
          <p:nvPr>
            <p:ph type="subTitle" idx="13"/>
          </p:nvPr>
        </p:nvSpPr>
        <p:spPr>
          <a:xfrm>
            <a:off x="1488550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2" name="Google Shape;492;p53"/>
          <p:cNvSpPr txBox="1">
            <a:spLocks noGrp="1"/>
          </p:cNvSpPr>
          <p:nvPr>
            <p:ph type="subTitle" idx="14"/>
          </p:nvPr>
        </p:nvSpPr>
        <p:spPr>
          <a:xfrm>
            <a:off x="3432538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53"/>
          <p:cNvSpPr txBox="1">
            <a:spLocks noGrp="1"/>
          </p:cNvSpPr>
          <p:nvPr>
            <p:ph type="subTitle" idx="15"/>
          </p:nvPr>
        </p:nvSpPr>
        <p:spPr>
          <a:xfrm>
            <a:off x="5374950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53"/>
          <p:cNvSpPr txBox="1">
            <a:spLocks noGrp="1"/>
          </p:cNvSpPr>
          <p:nvPr>
            <p:ph type="subTitle" idx="16"/>
          </p:nvPr>
        </p:nvSpPr>
        <p:spPr>
          <a:xfrm>
            <a:off x="7318938" y="22425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5" name="Google Shape;495;p53"/>
          <p:cNvSpPr txBox="1">
            <a:spLocks noGrp="1"/>
          </p:cNvSpPr>
          <p:nvPr>
            <p:ph type="subTitle" idx="17"/>
          </p:nvPr>
        </p:nvSpPr>
        <p:spPr>
          <a:xfrm>
            <a:off x="1488550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6" name="Google Shape;496;p53"/>
          <p:cNvSpPr txBox="1">
            <a:spLocks noGrp="1"/>
          </p:cNvSpPr>
          <p:nvPr>
            <p:ph type="subTitle" idx="18"/>
          </p:nvPr>
        </p:nvSpPr>
        <p:spPr>
          <a:xfrm>
            <a:off x="3432538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7" name="Google Shape;497;p53"/>
          <p:cNvSpPr txBox="1">
            <a:spLocks noGrp="1"/>
          </p:cNvSpPr>
          <p:nvPr>
            <p:ph type="subTitle" idx="19"/>
          </p:nvPr>
        </p:nvSpPr>
        <p:spPr>
          <a:xfrm>
            <a:off x="5374950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8" name="Google Shape;498;p53"/>
          <p:cNvSpPr txBox="1">
            <a:spLocks noGrp="1"/>
          </p:cNvSpPr>
          <p:nvPr>
            <p:ph type="subTitle" idx="20"/>
          </p:nvPr>
        </p:nvSpPr>
        <p:spPr>
          <a:xfrm>
            <a:off x="7318938" y="323430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9" name="Google Shape;499;p53"/>
          <p:cNvSpPr txBox="1">
            <a:spLocks noGrp="1"/>
          </p:cNvSpPr>
          <p:nvPr>
            <p:ph type="subTitle" idx="21"/>
          </p:nvPr>
        </p:nvSpPr>
        <p:spPr>
          <a:xfrm>
            <a:off x="1488550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0" name="Google Shape;500;p53"/>
          <p:cNvSpPr txBox="1">
            <a:spLocks noGrp="1"/>
          </p:cNvSpPr>
          <p:nvPr>
            <p:ph type="subTitle" idx="22"/>
          </p:nvPr>
        </p:nvSpPr>
        <p:spPr>
          <a:xfrm>
            <a:off x="3432538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1" name="Google Shape;501;p53"/>
          <p:cNvSpPr txBox="1">
            <a:spLocks noGrp="1"/>
          </p:cNvSpPr>
          <p:nvPr>
            <p:ph type="subTitle" idx="23"/>
          </p:nvPr>
        </p:nvSpPr>
        <p:spPr>
          <a:xfrm>
            <a:off x="5374950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53"/>
          <p:cNvSpPr txBox="1">
            <a:spLocks noGrp="1"/>
          </p:cNvSpPr>
          <p:nvPr>
            <p:ph type="subTitle" idx="24"/>
          </p:nvPr>
        </p:nvSpPr>
        <p:spPr>
          <a:xfrm>
            <a:off x="7318938" y="4182550"/>
            <a:ext cx="1698300" cy="76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3" name="Google Shape;503;p53"/>
          <p:cNvSpPr txBox="1">
            <a:spLocks noGrp="1"/>
          </p:cNvSpPr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model">
  <p:cSld name="BLANK_1_1_1_1_1_1_1_1_1_1_1_2_1_2">
    <p:bg>
      <p:bgPr>
        <a:solidFill>
          <a:schemeClr val="dk1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5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54"/>
          <p:cNvSpPr txBox="1">
            <a:spLocks noGrp="1"/>
          </p:cNvSpPr>
          <p:nvPr>
            <p:ph type="subTitle" idx="2"/>
          </p:nvPr>
        </p:nvSpPr>
        <p:spPr>
          <a:xfrm>
            <a:off x="59327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9" name="Google Shape;509;p54"/>
          <p:cNvSpPr txBox="1">
            <a:spLocks noGrp="1"/>
          </p:cNvSpPr>
          <p:nvPr>
            <p:ph type="subTitle" idx="3"/>
          </p:nvPr>
        </p:nvSpPr>
        <p:spPr>
          <a:xfrm>
            <a:off x="59327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0" name="Google Shape;510;p54"/>
          <p:cNvSpPr txBox="1">
            <a:spLocks noGrp="1"/>
          </p:cNvSpPr>
          <p:nvPr>
            <p:ph type="title" hasCustomPrompt="1"/>
          </p:nvPr>
        </p:nvSpPr>
        <p:spPr>
          <a:xfrm>
            <a:off x="418825" y="2066025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511" name="Google Shape;511;p54"/>
          <p:cNvSpPr txBox="1">
            <a:spLocks noGrp="1"/>
          </p:cNvSpPr>
          <p:nvPr>
            <p:ph type="subTitle" idx="4"/>
          </p:nvPr>
        </p:nvSpPr>
        <p:spPr>
          <a:xfrm>
            <a:off x="228902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2" name="Google Shape;512;p54"/>
          <p:cNvSpPr txBox="1">
            <a:spLocks noGrp="1"/>
          </p:cNvSpPr>
          <p:nvPr>
            <p:ph type="subTitle" idx="5"/>
          </p:nvPr>
        </p:nvSpPr>
        <p:spPr>
          <a:xfrm>
            <a:off x="228902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3" name="Google Shape;513;p54"/>
          <p:cNvSpPr txBox="1">
            <a:spLocks noGrp="1"/>
          </p:cNvSpPr>
          <p:nvPr>
            <p:ph type="title" idx="6" hasCustomPrompt="1"/>
          </p:nvPr>
        </p:nvSpPr>
        <p:spPr>
          <a:xfrm>
            <a:off x="2114575" y="1530675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514" name="Google Shape;514;p54"/>
          <p:cNvSpPr txBox="1">
            <a:spLocks noGrp="1"/>
          </p:cNvSpPr>
          <p:nvPr>
            <p:ph type="subTitle" idx="7"/>
          </p:nvPr>
        </p:nvSpPr>
        <p:spPr>
          <a:xfrm>
            <a:off x="3998249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5" name="Google Shape;515;p54"/>
          <p:cNvSpPr txBox="1">
            <a:spLocks noGrp="1"/>
          </p:cNvSpPr>
          <p:nvPr>
            <p:ph type="subTitle" idx="8"/>
          </p:nvPr>
        </p:nvSpPr>
        <p:spPr>
          <a:xfrm>
            <a:off x="3998250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54"/>
          <p:cNvSpPr txBox="1">
            <a:spLocks noGrp="1"/>
          </p:cNvSpPr>
          <p:nvPr>
            <p:ph type="title" idx="9" hasCustomPrompt="1"/>
          </p:nvPr>
        </p:nvSpPr>
        <p:spPr>
          <a:xfrm>
            <a:off x="3823800" y="925225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517" name="Google Shape;517;p54"/>
          <p:cNvSpPr txBox="1">
            <a:spLocks noGrp="1"/>
          </p:cNvSpPr>
          <p:nvPr>
            <p:ph type="subTitle" idx="13"/>
          </p:nvPr>
        </p:nvSpPr>
        <p:spPr>
          <a:xfrm>
            <a:off x="570072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8" name="Google Shape;518;p54"/>
          <p:cNvSpPr txBox="1">
            <a:spLocks noGrp="1"/>
          </p:cNvSpPr>
          <p:nvPr>
            <p:ph type="subTitle" idx="14"/>
          </p:nvPr>
        </p:nvSpPr>
        <p:spPr>
          <a:xfrm>
            <a:off x="570072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9" name="Google Shape;519;p54"/>
          <p:cNvSpPr txBox="1">
            <a:spLocks noGrp="1"/>
          </p:cNvSpPr>
          <p:nvPr>
            <p:ph type="title" idx="15" hasCustomPrompt="1"/>
          </p:nvPr>
        </p:nvSpPr>
        <p:spPr>
          <a:xfrm>
            <a:off x="5526275" y="2066050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520" name="Google Shape;520;p54"/>
          <p:cNvSpPr txBox="1">
            <a:spLocks noGrp="1"/>
          </p:cNvSpPr>
          <p:nvPr>
            <p:ph type="subTitle" idx="16"/>
          </p:nvPr>
        </p:nvSpPr>
        <p:spPr>
          <a:xfrm>
            <a:off x="7403224" y="3168375"/>
            <a:ext cx="1248000" cy="45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54"/>
          <p:cNvSpPr txBox="1">
            <a:spLocks noGrp="1"/>
          </p:cNvSpPr>
          <p:nvPr>
            <p:ph type="subTitle" idx="17"/>
          </p:nvPr>
        </p:nvSpPr>
        <p:spPr>
          <a:xfrm>
            <a:off x="7403225" y="3700700"/>
            <a:ext cx="1248000" cy="10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2" name="Google Shape;522;p54"/>
          <p:cNvSpPr txBox="1">
            <a:spLocks noGrp="1"/>
          </p:cNvSpPr>
          <p:nvPr>
            <p:ph type="title" idx="18" hasCustomPrompt="1"/>
          </p:nvPr>
        </p:nvSpPr>
        <p:spPr>
          <a:xfrm>
            <a:off x="7228775" y="1115525"/>
            <a:ext cx="15771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523" name="Google Shape;523;p54"/>
          <p:cNvSpPr txBox="1">
            <a:spLocks noGrp="1"/>
          </p:cNvSpPr>
          <p:nvPr>
            <p:ph type="subTitle" idx="19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ple options">
  <p:cSld name="BLANK_1_1_1_1_1_1_1_1_1_1_1_2_1_1_4">
    <p:bg>
      <p:bgPr>
        <a:solidFill>
          <a:schemeClr val="lt1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5"/>
          <p:cNvSpPr/>
          <p:nvPr/>
        </p:nvSpPr>
        <p:spPr>
          <a:xfrm>
            <a:off x="75" y="1680250"/>
            <a:ext cx="9144000" cy="3467400"/>
          </a:xfrm>
          <a:prstGeom prst="rect">
            <a:avLst/>
          </a:prstGeom>
          <a:gradFill>
            <a:gsLst>
              <a:gs pos="0">
                <a:schemeClr val="accent1"/>
              </a:gs>
              <a:gs pos="9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1619866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7" name="Google Shape;527;p55"/>
          <p:cNvSpPr txBox="1">
            <a:spLocks noGrp="1"/>
          </p:cNvSpPr>
          <p:nvPr>
            <p:ph type="body" idx="1"/>
          </p:nvPr>
        </p:nvSpPr>
        <p:spPr>
          <a:xfrm>
            <a:off x="6892719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28" name="Google Shape;528;p55"/>
          <p:cNvSpPr txBox="1">
            <a:spLocks noGrp="1"/>
          </p:cNvSpPr>
          <p:nvPr>
            <p:ph type="body" idx="2"/>
          </p:nvPr>
        </p:nvSpPr>
        <p:spPr>
          <a:xfrm>
            <a:off x="2649031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29" name="Google Shape;529;p55"/>
          <p:cNvSpPr txBox="1">
            <a:spLocks noGrp="1"/>
          </p:cNvSpPr>
          <p:nvPr>
            <p:ph type="body" idx="3"/>
          </p:nvPr>
        </p:nvSpPr>
        <p:spPr>
          <a:xfrm>
            <a:off x="4770831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30" name="Google Shape;530;p55"/>
          <p:cNvSpPr txBox="1">
            <a:spLocks noGrp="1"/>
          </p:cNvSpPr>
          <p:nvPr>
            <p:ph type="body" idx="4"/>
          </p:nvPr>
        </p:nvSpPr>
        <p:spPr>
          <a:xfrm>
            <a:off x="513318" y="3499530"/>
            <a:ext cx="1644900" cy="1280400"/>
          </a:xfrm>
          <a:prstGeom prst="rect">
            <a:avLst/>
          </a:prstGeom>
        </p:spPr>
        <p:txBody>
          <a:bodyPr spcFirstLastPara="1" wrap="square" lIns="0" tIns="0" rIns="0" bIns="13715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31" name="Google Shape;531;p55"/>
          <p:cNvSpPr txBox="1">
            <a:spLocks noGrp="1"/>
          </p:cNvSpPr>
          <p:nvPr>
            <p:ph type="subTitle" idx="5"/>
          </p:nvPr>
        </p:nvSpPr>
        <p:spPr>
          <a:xfrm>
            <a:off x="4770838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32" name="Google Shape;532;p55"/>
          <p:cNvSpPr txBox="1">
            <a:spLocks noGrp="1"/>
          </p:cNvSpPr>
          <p:nvPr>
            <p:ph type="subTitle" idx="6"/>
          </p:nvPr>
        </p:nvSpPr>
        <p:spPr>
          <a:xfrm>
            <a:off x="2649038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33" name="Google Shape;533;p55"/>
          <p:cNvSpPr txBox="1">
            <a:spLocks noGrp="1"/>
          </p:cNvSpPr>
          <p:nvPr>
            <p:ph type="subTitle" idx="7"/>
          </p:nvPr>
        </p:nvSpPr>
        <p:spPr>
          <a:xfrm>
            <a:off x="513325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34" name="Google Shape;534;p55"/>
          <p:cNvSpPr txBox="1">
            <a:spLocks noGrp="1"/>
          </p:cNvSpPr>
          <p:nvPr>
            <p:ph type="subTitle" idx="8"/>
          </p:nvPr>
        </p:nvSpPr>
        <p:spPr>
          <a:xfrm>
            <a:off x="6892725" y="1895401"/>
            <a:ext cx="1644900" cy="71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35" name="Google Shape;535;p55"/>
          <p:cNvSpPr txBox="1">
            <a:spLocks noGrp="1"/>
          </p:cNvSpPr>
          <p:nvPr>
            <p:ph type="title"/>
          </p:nvPr>
        </p:nvSpPr>
        <p:spPr>
          <a:xfrm>
            <a:off x="362050" y="1066100"/>
            <a:ext cx="8364600" cy="6129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36" name="Google Shape;536;p5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7" name="Google Shape;537;p55"/>
          <p:cNvSpPr txBox="1">
            <a:spLocks noGrp="1"/>
          </p:cNvSpPr>
          <p:nvPr>
            <p:ph type="subTitle" idx="9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38" name="Google Shape;538;p55"/>
          <p:cNvSpPr txBox="1">
            <a:spLocks noGrp="1"/>
          </p:cNvSpPr>
          <p:nvPr>
            <p:ph type="subTitle" idx="13"/>
          </p:nvPr>
        </p:nvSpPr>
        <p:spPr>
          <a:xfrm>
            <a:off x="6892694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39" name="Google Shape;539;p55"/>
          <p:cNvSpPr txBox="1">
            <a:spLocks noGrp="1"/>
          </p:cNvSpPr>
          <p:nvPr>
            <p:ph type="subTitle" idx="14"/>
          </p:nvPr>
        </p:nvSpPr>
        <p:spPr>
          <a:xfrm>
            <a:off x="4770856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40" name="Google Shape;540;p55"/>
          <p:cNvSpPr txBox="1">
            <a:spLocks noGrp="1"/>
          </p:cNvSpPr>
          <p:nvPr>
            <p:ph type="subTitle" idx="15"/>
          </p:nvPr>
        </p:nvSpPr>
        <p:spPr>
          <a:xfrm>
            <a:off x="2648993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41" name="Google Shape;541;p55"/>
          <p:cNvSpPr txBox="1">
            <a:spLocks noGrp="1"/>
          </p:cNvSpPr>
          <p:nvPr>
            <p:ph type="subTitle" idx="16"/>
          </p:nvPr>
        </p:nvSpPr>
        <p:spPr>
          <a:xfrm>
            <a:off x="513318" y="2611076"/>
            <a:ext cx="1644900" cy="1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42" name="Google Shape;542;p55"/>
          <p:cNvSpPr txBox="1">
            <a:spLocks noGrp="1"/>
          </p:cNvSpPr>
          <p:nvPr>
            <p:ph type="subTitle" idx="17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2">
  <p:cSld name="CUSTOM_36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56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56"/>
          <p:cNvSpPr txBox="1">
            <a:spLocks noGrp="1"/>
          </p:cNvSpPr>
          <p:nvPr>
            <p:ph type="subTitle" idx="2"/>
          </p:nvPr>
        </p:nvSpPr>
        <p:spPr>
          <a:xfrm>
            <a:off x="6309306" y="12313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48" name="Google Shape;548;p56"/>
          <p:cNvSpPr txBox="1">
            <a:spLocks noGrp="1"/>
          </p:cNvSpPr>
          <p:nvPr>
            <p:ph type="subTitle" idx="3"/>
          </p:nvPr>
        </p:nvSpPr>
        <p:spPr>
          <a:xfrm>
            <a:off x="6309306" y="31434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49" name="Google Shape;549;p56"/>
          <p:cNvSpPr txBox="1">
            <a:spLocks noGrp="1"/>
          </p:cNvSpPr>
          <p:nvPr>
            <p:ph type="subTitle" idx="4"/>
          </p:nvPr>
        </p:nvSpPr>
        <p:spPr>
          <a:xfrm>
            <a:off x="3322306" y="12313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50" name="Google Shape;550;p56"/>
          <p:cNvSpPr txBox="1">
            <a:spLocks noGrp="1"/>
          </p:cNvSpPr>
          <p:nvPr>
            <p:ph type="subTitle" idx="5"/>
          </p:nvPr>
        </p:nvSpPr>
        <p:spPr>
          <a:xfrm>
            <a:off x="361981" y="1231300"/>
            <a:ext cx="2497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51" name="Google Shape;551;p56"/>
          <p:cNvSpPr txBox="1">
            <a:spLocks noGrp="1"/>
          </p:cNvSpPr>
          <p:nvPr>
            <p:ph type="body" idx="6"/>
          </p:nvPr>
        </p:nvSpPr>
        <p:spPr>
          <a:xfrm>
            <a:off x="361981" y="1502500"/>
            <a:ext cx="2497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52" name="Google Shape;552;p56"/>
          <p:cNvSpPr txBox="1">
            <a:spLocks noGrp="1"/>
          </p:cNvSpPr>
          <p:nvPr>
            <p:ph type="subTitle" idx="7"/>
          </p:nvPr>
        </p:nvSpPr>
        <p:spPr>
          <a:xfrm>
            <a:off x="339895" y="3143400"/>
            <a:ext cx="50772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53" name="Google Shape;553;p56"/>
          <p:cNvSpPr txBox="1">
            <a:spLocks noGrp="1"/>
          </p:cNvSpPr>
          <p:nvPr>
            <p:ph type="subTitle" idx="8"/>
          </p:nvPr>
        </p:nvSpPr>
        <p:spPr>
          <a:xfrm>
            <a:off x="3399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54" name="Google Shape;554;p56"/>
          <p:cNvSpPr txBox="1">
            <a:spLocks noGrp="1"/>
          </p:cNvSpPr>
          <p:nvPr>
            <p:ph type="subTitle" idx="9"/>
          </p:nvPr>
        </p:nvSpPr>
        <p:spPr>
          <a:xfrm>
            <a:off x="14284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55" name="Google Shape;555;p56"/>
          <p:cNvSpPr txBox="1">
            <a:spLocks noGrp="1"/>
          </p:cNvSpPr>
          <p:nvPr>
            <p:ph type="subTitle" idx="13"/>
          </p:nvPr>
        </p:nvSpPr>
        <p:spPr>
          <a:xfrm>
            <a:off x="25169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56" name="Google Shape;556;p56"/>
          <p:cNvSpPr txBox="1">
            <a:spLocks noGrp="1"/>
          </p:cNvSpPr>
          <p:nvPr>
            <p:ph type="subTitle" idx="14"/>
          </p:nvPr>
        </p:nvSpPr>
        <p:spPr>
          <a:xfrm>
            <a:off x="36054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57" name="Google Shape;557;p56"/>
          <p:cNvSpPr txBox="1">
            <a:spLocks noGrp="1"/>
          </p:cNvSpPr>
          <p:nvPr>
            <p:ph type="subTitle" idx="15"/>
          </p:nvPr>
        </p:nvSpPr>
        <p:spPr>
          <a:xfrm>
            <a:off x="4693900" y="3632075"/>
            <a:ext cx="1026900" cy="91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58" name="Google Shape;558;p56"/>
          <p:cNvSpPr txBox="1">
            <a:spLocks noGrp="1"/>
          </p:cNvSpPr>
          <p:nvPr>
            <p:ph type="subTitle" idx="16"/>
          </p:nvPr>
        </p:nvSpPr>
        <p:spPr>
          <a:xfrm>
            <a:off x="6309300" y="16340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59" name="Google Shape;559;p56"/>
          <p:cNvSpPr txBox="1">
            <a:spLocks noGrp="1"/>
          </p:cNvSpPr>
          <p:nvPr>
            <p:ph type="subTitle" idx="17"/>
          </p:nvPr>
        </p:nvSpPr>
        <p:spPr>
          <a:xfrm>
            <a:off x="7578839" y="16340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60" name="Google Shape;560;p56"/>
          <p:cNvSpPr txBox="1">
            <a:spLocks noGrp="1"/>
          </p:cNvSpPr>
          <p:nvPr>
            <p:ph type="subTitle" idx="18"/>
          </p:nvPr>
        </p:nvSpPr>
        <p:spPr>
          <a:xfrm>
            <a:off x="6309300" y="21794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61" name="Google Shape;561;p56"/>
          <p:cNvSpPr txBox="1">
            <a:spLocks noGrp="1"/>
          </p:cNvSpPr>
          <p:nvPr>
            <p:ph type="subTitle" idx="19"/>
          </p:nvPr>
        </p:nvSpPr>
        <p:spPr>
          <a:xfrm>
            <a:off x="7578839" y="2179450"/>
            <a:ext cx="1197900" cy="42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62" name="Google Shape;562;p56"/>
          <p:cNvSpPr txBox="1">
            <a:spLocks noGrp="1"/>
          </p:cNvSpPr>
          <p:nvPr>
            <p:ph type="subTitle" idx="20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3">
  <p:cSld name="BLANK_1_1_1_1_1_1_1_1_1_1_1_2_1_1_3">
    <p:bg>
      <p:bgPr>
        <a:solidFill>
          <a:schemeClr val="lt1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7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4119000" cy="17784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66" name="Google Shape;566;p5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57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8" name="Google Shape;568;p57"/>
          <p:cNvSpPr txBox="1">
            <a:spLocks noGrp="1"/>
          </p:cNvSpPr>
          <p:nvPr>
            <p:ph type="subTitle" idx="2"/>
          </p:nvPr>
        </p:nvSpPr>
        <p:spPr>
          <a:xfrm>
            <a:off x="4760178" y="1213769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69" name="Google Shape;569;p57"/>
          <p:cNvSpPr txBox="1">
            <a:spLocks noGrp="1"/>
          </p:cNvSpPr>
          <p:nvPr>
            <p:ph type="body" idx="3"/>
          </p:nvPr>
        </p:nvSpPr>
        <p:spPr>
          <a:xfrm>
            <a:off x="4760178" y="1487419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70" name="Google Shape;570;p57"/>
          <p:cNvSpPr txBox="1">
            <a:spLocks noGrp="1"/>
          </p:cNvSpPr>
          <p:nvPr>
            <p:ph type="subTitle" idx="4"/>
          </p:nvPr>
        </p:nvSpPr>
        <p:spPr>
          <a:xfrm>
            <a:off x="4760178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71" name="Google Shape;571;p57"/>
          <p:cNvSpPr txBox="1">
            <a:spLocks noGrp="1"/>
          </p:cNvSpPr>
          <p:nvPr>
            <p:ph type="body" idx="5"/>
          </p:nvPr>
        </p:nvSpPr>
        <p:spPr>
          <a:xfrm>
            <a:off x="4760178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72" name="Google Shape;572;p57"/>
          <p:cNvSpPr txBox="1">
            <a:spLocks noGrp="1"/>
          </p:cNvSpPr>
          <p:nvPr>
            <p:ph type="subTitle" idx="6"/>
          </p:nvPr>
        </p:nvSpPr>
        <p:spPr>
          <a:xfrm>
            <a:off x="6948350" y="1213769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73" name="Google Shape;573;p57"/>
          <p:cNvSpPr txBox="1">
            <a:spLocks noGrp="1"/>
          </p:cNvSpPr>
          <p:nvPr>
            <p:ph type="body" idx="7"/>
          </p:nvPr>
        </p:nvSpPr>
        <p:spPr>
          <a:xfrm>
            <a:off x="6948350" y="1487419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74" name="Google Shape;574;p57"/>
          <p:cNvSpPr txBox="1">
            <a:spLocks noGrp="1"/>
          </p:cNvSpPr>
          <p:nvPr>
            <p:ph type="subTitle" idx="8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75" name="Google Shape;575;p57"/>
          <p:cNvSpPr txBox="1">
            <a:spLocks noGrp="1"/>
          </p:cNvSpPr>
          <p:nvPr>
            <p:ph type="body" idx="9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76" name="Google Shape;576;p57"/>
          <p:cNvSpPr txBox="1">
            <a:spLocks noGrp="1"/>
          </p:cNvSpPr>
          <p:nvPr>
            <p:ph type="subTitle" idx="13"/>
          </p:nvPr>
        </p:nvSpPr>
        <p:spPr>
          <a:xfrm>
            <a:off x="520650" y="3138650"/>
            <a:ext cx="37704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77" name="Google Shape;577;p57"/>
          <p:cNvSpPr txBox="1">
            <a:spLocks noGrp="1"/>
          </p:cNvSpPr>
          <p:nvPr>
            <p:ph type="body" idx="14"/>
          </p:nvPr>
        </p:nvSpPr>
        <p:spPr>
          <a:xfrm>
            <a:off x="520650" y="3409850"/>
            <a:ext cx="37704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78" name="Google Shape;578;p57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5">
  <p:cSld name="BLANK_1_1_1_1_1_1_1_1_1_1_1_2_1_1_3_2">
    <p:bg>
      <p:bgPr>
        <a:solidFill>
          <a:schemeClr val="lt1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8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1983600" cy="17784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82" name="Google Shape;582;p5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58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4" name="Google Shape;584;p58"/>
          <p:cNvSpPr txBox="1">
            <a:spLocks noGrp="1"/>
          </p:cNvSpPr>
          <p:nvPr>
            <p:ph type="subTitle" idx="2"/>
          </p:nvPr>
        </p:nvSpPr>
        <p:spPr>
          <a:xfrm>
            <a:off x="4823525" y="123130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85" name="Google Shape;585;p58"/>
          <p:cNvSpPr txBox="1">
            <a:spLocks noGrp="1"/>
          </p:cNvSpPr>
          <p:nvPr>
            <p:ph type="body" idx="3"/>
          </p:nvPr>
        </p:nvSpPr>
        <p:spPr>
          <a:xfrm>
            <a:off x="4823525" y="1504950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86" name="Google Shape;586;p58"/>
          <p:cNvSpPr txBox="1">
            <a:spLocks noGrp="1"/>
          </p:cNvSpPr>
          <p:nvPr>
            <p:ph type="subTitle" idx="4"/>
          </p:nvPr>
        </p:nvSpPr>
        <p:spPr>
          <a:xfrm>
            <a:off x="4823525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87" name="Google Shape;587;p58"/>
          <p:cNvSpPr txBox="1">
            <a:spLocks noGrp="1"/>
          </p:cNvSpPr>
          <p:nvPr>
            <p:ph type="body" idx="5"/>
          </p:nvPr>
        </p:nvSpPr>
        <p:spPr>
          <a:xfrm>
            <a:off x="4823525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88" name="Google Shape;588;p58"/>
          <p:cNvSpPr txBox="1">
            <a:spLocks noGrp="1"/>
          </p:cNvSpPr>
          <p:nvPr>
            <p:ph type="subTitle" idx="6"/>
          </p:nvPr>
        </p:nvSpPr>
        <p:spPr>
          <a:xfrm>
            <a:off x="6948350" y="123130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89" name="Google Shape;589;p58"/>
          <p:cNvSpPr txBox="1">
            <a:spLocks noGrp="1"/>
          </p:cNvSpPr>
          <p:nvPr>
            <p:ph type="body" idx="7"/>
          </p:nvPr>
        </p:nvSpPr>
        <p:spPr>
          <a:xfrm>
            <a:off x="6948350" y="1504950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90" name="Google Shape;590;p58"/>
          <p:cNvSpPr txBox="1">
            <a:spLocks noGrp="1"/>
          </p:cNvSpPr>
          <p:nvPr>
            <p:ph type="subTitle" idx="8"/>
          </p:nvPr>
        </p:nvSpPr>
        <p:spPr>
          <a:xfrm>
            <a:off x="6948350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91" name="Google Shape;591;p58"/>
          <p:cNvSpPr txBox="1">
            <a:spLocks noGrp="1"/>
          </p:cNvSpPr>
          <p:nvPr>
            <p:ph type="body" idx="9"/>
          </p:nvPr>
        </p:nvSpPr>
        <p:spPr>
          <a:xfrm>
            <a:off x="6948350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92" name="Google Shape;592;p58"/>
          <p:cNvSpPr txBox="1">
            <a:spLocks noGrp="1"/>
          </p:cNvSpPr>
          <p:nvPr>
            <p:ph type="subTitle" idx="13"/>
          </p:nvPr>
        </p:nvSpPr>
        <p:spPr>
          <a:xfrm>
            <a:off x="573875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93" name="Google Shape;593;p58"/>
          <p:cNvSpPr txBox="1">
            <a:spLocks noGrp="1"/>
          </p:cNvSpPr>
          <p:nvPr>
            <p:ph type="body" idx="14"/>
          </p:nvPr>
        </p:nvSpPr>
        <p:spPr>
          <a:xfrm>
            <a:off x="573875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94" name="Google Shape;594;p58"/>
          <p:cNvSpPr txBox="1">
            <a:spLocks noGrp="1"/>
          </p:cNvSpPr>
          <p:nvPr>
            <p:ph type="subTitle" idx="15"/>
          </p:nvPr>
        </p:nvSpPr>
        <p:spPr>
          <a:xfrm>
            <a:off x="2698700" y="3138650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95" name="Google Shape;595;p58"/>
          <p:cNvSpPr txBox="1">
            <a:spLocks noGrp="1"/>
          </p:cNvSpPr>
          <p:nvPr>
            <p:ph type="body" idx="16"/>
          </p:nvPr>
        </p:nvSpPr>
        <p:spPr>
          <a:xfrm>
            <a:off x="2698700" y="3409851"/>
            <a:ext cx="1645800" cy="123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96" name="Google Shape;596;p58"/>
          <p:cNvSpPr txBox="1">
            <a:spLocks noGrp="1"/>
          </p:cNvSpPr>
          <p:nvPr>
            <p:ph type="subTitle" idx="17"/>
          </p:nvPr>
        </p:nvSpPr>
        <p:spPr>
          <a:xfrm>
            <a:off x="2698700" y="1229838"/>
            <a:ext cx="1645800" cy="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597" name="Google Shape;597;p58"/>
          <p:cNvSpPr txBox="1">
            <a:spLocks noGrp="1"/>
          </p:cNvSpPr>
          <p:nvPr>
            <p:ph type="body" idx="18"/>
          </p:nvPr>
        </p:nvSpPr>
        <p:spPr>
          <a:xfrm>
            <a:off x="2698700" y="1503488"/>
            <a:ext cx="1645800" cy="123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598" name="Google Shape;598;p58"/>
          <p:cNvSpPr txBox="1">
            <a:spLocks noGrp="1"/>
          </p:cNvSpPr>
          <p:nvPr>
            <p:ph type="subTitle" idx="19"/>
          </p:nvPr>
        </p:nvSpPr>
        <p:spPr>
          <a:xfrm>
            <a:off x="361975" y="537642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eme - Alt 6">
  <p:cSld name="CUSTOM_12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5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3" name="Google Shape;603;p59"/>
          <p:cNvSpPr txBox="1">
            <a:spLocks noGrp="1"/>
          </p:cNvSpPr>
          <p:nvPr>
            <p:ph type="body" idx="2"/>
          </p:nvPr>
        </p:nvSpPr>
        <p:spPr>
          <a:xfrm>
            <a:off x="5659300" y="3764525"/>
            <a:ext cx="2931300" cy="88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04" name="Google Shape;604;p59"/>
          <p:cNvSpPr txBox="1">
            <a:spLocks noGrp="1"/>
          </p:cNvSpPr>
          <p:nvPr>
            <p:ph type="body" idx="3"/>
          </p:nvPr>
        </p:nvSpPr>
        <p:spPr>
          <a:xfrm>
            <a:off x="5659350" y="1715800"/>
            <a:ext cx="2931300" cy="4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05" name="Google Shape;605;p59"/>
          <p:cNvSpPr txBox="1">
            <a:spLocks noGrp="1"/>
          </p:cNvSpPr>
          <p:nvPr>
            <p:ph type="subTitle" idx="4"/>
          </p:nvPr>
        </p:nvSpPr>
        <p:spPr>
          <a:xfrm>
            <a:off x="5659350" y="1162000"/>
            <a:ext cx="2931300" cy="55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06" name="Google Shape;606;p59"/>
          <p:cNvSpPr txBox="1">
            <a:spLocks noGrp="1"/>
          </p:cNvSpPr>
          <p:nvPr>
            <p:ph type="body" idx="5"/>
          </p:nvPr>
        </p:nvSpPr>
        <p:spPr>
          <a:xfrm>
            <a:off x="5659350" y="2986225"/>
            <a:ext cx="2931300" cy="4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07" name="Google Shape;607;p59"/>
          <p:cNvSpPr txBox="1">
            <a:spLocks noGrp="1"/>
          </p:cNvSpPr>
          <p:nvPr>
            <p:ph type="subTitle" idx="6"/>
          </p:nvPr>
        </p:nvSpPr>
        <p:spPr>
          <a:xfrm>
            <a:off x="5659350" y="2432425"/>
            <a:ext cx="2931300" cy="55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Light"/>
              <a:buNone/>
              <a:defRPr sz="3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08" name="Google Shape;608;p59"/>
          <p:cNvSpPr txBox="1">
            <a:spLocks noGrp="1"/>
          </p:cNvSpPr>
          <p:nvPr>
            <p:ph type="subTitle" idx="7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alysis">
  <p:cSld name="BLANK_1_1_1_1_1_1_1_1_1_1_1_2_1_1_3_1_1">
    <p:bg>
      <p:bgPr>
        <a:solidFill>
          <a:schemeClr val="lt1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0"/>
          <p:cNvSpPr txBox="1">
            <a:spLocks noGrp="1"/>
          </p:cNvSpPr>
          <p:nvPr>
            <p:ph type="body" idx="1"/>
          </p:nvPr>
        </p:nvSpPr>
        <p:spPr>
          <a:xfrm>
            <a:off x="4823525" y="400722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/>
            </a:lvl9pPr>
          </a:lstStyle>
          <a:p>
            <a:endParaRPr/>
          </a:p>
        </p:txBody>
      </p:sp>
      <p:sp>
        <p:nvSpPr>
          <p:cNvPr id="612" name="Google Shape;612;p60"/>
          <p:cNvSpPr txBox="1">
            <a:spLocks noGrp="1"/>
          </p:cNvSpPr>
          <p:nvPr>
            <p:ph type="body" idx="2"/>
          </p:nvPr>
        </p:nvSpPr>
        <p:spPr>
          <a:xfrm>
            <a:off x="6948350" y="400722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13" name="Google Shape;613;p60"/>
          <p:cNvSpPr txBox="1">
            <a:spLocks noGrp="1"/>
          </p:cNvSpPr>
          <p:nvPr>
            <p:ph type="title"/>
          </p:nvPr>
        </p:nvSpPr>
        <p:spPr>
          <a:xfrm>
            <a:off x="359200" y="1067375"/>
            <a:ext cx="3996300" cy="17784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14" name="Google Shape;614;p6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p60"/>
          <p:cNvSpPr txBox="1">
            <a:spLocks noGrp="1"/>
          </p:cNvSpPr>
          <p:nvPr>
            <p:ph type="subTitle" idx="3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60"/>
          <p:cNvSpPr txBox="1">
            <a:spLocks noGrp="1"/>
          </p:cNvSpPr>
          <p:nvPr>
            <p:ph type="body" idx="4"/>
          </p:nvPr>
        </p:nvSpPr>
        <p:spPr>
          <a:xfrm>
            <a:off x="346275" y="3390625"/>
            <a:ext cx="3996300" cy="141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17" name="Google Shape;617;p60"/>
          <p:cNvSpPr txBox="1">
            <a:spLocks noGrp="1"/>
          </p:cNvSpPr>
          <p:nvPr>
            <p:ph type="body" idx="5"/>
          </p:nvPr>
        </p:nvSpPr>
        <p:spPr>
          <a:xfrm>
            <a:off x="4823525" y="209987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18" name="Google Shape;618;p60"/>
          <p:cNvSpPr txBox="1">
            <a:spLocks noGrp="1"/>
          </p:cNvSpPr>
          <p:nvPr>
            <p:ph type="body" idx="6"/>
          </p:nvPr>
        </p:nvSpPr>
        <p:spPr>
          <a:xfrm>
            <a:off x="6948350" y="2099875"/>
            <a:ext cx="1645800" cy="6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19" name="Google Shape;619;p60"/>
          <p:cNvSpPr txBox="1">
            <a:spLocks noGrp="1"/>
          </p:cNvSpPr>
          <p:nvPr>
            <p:ph type="subTitle" idx="7"/>
          </p:nvPr>
        </p:nvSpPr>
        <p:spPr>
          <a:xfrm>
            <a:off x="6948350" y="118217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20" name="Google Shape;620;p60"/>
          <p:cNvSpPr txBox="1">
            <a:spLocks noGrp="1"/>
          </p:cNvSpPr>
          <p:nvPr>
            <p:ph type="subTitle" idx="8"/>
          </p:nvPr>
        </p:nvSpPr>
        <p:spPr>
          <a:xfrm>
            <a:off x="4823525" y="118217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21" name="Google Shape;621;p60"/>
          <p:cNvSpPr txBox="1">
            <a:spLocks noGrp="1"/>
          </p:cNvSpPr>
          <p:nvPr>
            <p:ph type="subTitle" idx="9"/>
          </p:nvPr>
        </p:nvSpPr>
        <p:spPr>
          <a:xfrm>
            <a:off x="4823525" y="308952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22" name="Google Shape;622;p60"/>
          <p:cNvSpPr txBox="1">
            <a:spLocks noGrp="1"/>
          </p:cNvSpPr>
          <p:nvPr>
            <p:ph type="subTitle" idx="13"/>
          </p:nvPr>
        </p:nvSpPr>
        <p:spPr>
          <a:xfrm>
            <a:off x="6948350" y="3089525"/>
            <a:ext cx="1645800" cy="9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chivo SemiBold"/>
              <a:buNone/>
              <a:defRPr sz="55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23" name="Google Shape;623;p60"/>
          <p:cNvSpPr txBox="1">
            <a:spLocks noGrp="1"/>
          </p:cNvSpPr>
          <p:nvPr>
            <p:ph type="subTitle" idx="14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3">
  <p:cSld name="CUSTOM_27">
    <p:bg>
      <p:bgPr>
        <a:solidFill>
          <a:schemeClr val="lt1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6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6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61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8" name="Google Shape;628;p61"/>
          <p:cNvSpPr txBox="1">
            <a:spLocks noGrp="1"/>
          </p:cNvSpPr>
          <p:nvPr>
            <p:ph type="body" idx="2"/>
          </p:nvPr>
        </p:nvSpPr>
        <p:spPr>
          <a:xfrm>
            <a:off x="3561200" y="1650500"/>
            <a:ext cx="4311300" cy="4830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29" name="Google Shape;629;p61"/>
          <p:cNvSpPr txBox="1">
            <a:spLocks noGrp="1"/>
          </p:cNvSpPr>
          <p:nvPr>
            <p:ph type="subTitle" idx="3"/>
          </p:nvPr>
        </p:nvSpPr>
        <p:spPr>
          <a:xfrm>
            <a:off x="3561190" y="1258875"/>
            <a:ext cx="5286000" cy="1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30" name="Google Shape;630;p61"/>
          <p:cNvSpPr txBox="1">
            <a:spLocks noGrp="1"/>
          </p:cNvSpPr>
          <p:nvPr>
            <p:ph type="body" idx="4"/>
          </p:nvPr>
        </p:nvSpPr>
        <p:spPr>
          <a:xfrm>
            <a:off x="3561200" y="2745575"/>
            <a:ext cx="4311300" cy="5400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31" name="Google Shape;631;p61"/>
          <p:cNvSpPr txBox="1">
            <a:spLocks noGrp="1"/>
          </p:cNvSpPr>
          <p:nvPr>
            <p:ph type="subTitle" idx="5"/>
          </p:nvPr>
        </p:nvSpPr>
        <p:spPr>
          <a:xfrm>
            <a:off x="3561190" y="2411024"/>
            <a:ext cx="5286000" cy="1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32" name="Google Shape;632;p61"/>
          <p:cNvSpPr txBox="1">
            <a:spLocks noGrp="1"/>
          </p:cNvSpPr>
          <p:nvPr>
            <p:ph type="body" idx="6"/>
          </p:nvPr>
        </p:nvSpPr>
        <p:spPr>
          <a:xfrm>
            <a:off x="3561200" y="3890675"/>
            <a:ext cx="4311300" cy="5400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33" name="Google Shape;633;p61"/>
          <p:cNvSpPr txBox="1">
            <a:spLocks noGrp="1"/>
          </p:cNvSpPr>
          <p:nvPr>
            <p:ph type="subTitle" idx="7"/>
          </p:nvPr>
        </p:nvSpPr>
        <p:spPr>
          <a:xfrm>
            <a:off x="3561190" y="3556273"/>
            <a:ext cx="5286000" cy="1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 SemiBold"/>
              <a:buNone/>
              <a:defRPr sz="2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34" name="Google Shape;634;p61"/>
          <p:cNvSpPr txBox="1">
            <a:spLocks noGrp="1"/>
          </p:cNvSpPr>
          <p:nvPr>
            <p:ph type="title"/>
          </p:nvPr>
        </p:nvSpPr>
        <p:spPr>
          <a:xfrm>
            <a:off x="353550" y="1066100"/>
            <a:ext cx="2674500" cy="6129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35" name="Google Shape;635;p61"/>
          <p:cNvSpPr txBox="1">
            <a:spLocks noGrp="1"/>
          </p:cNvSpPr>
          <p:nvPr>
            <p:ph type="body" idx="8"/>
          </p:nvPr>
        </p:nvSpPr>
        <p:spPr>
          <a:xfrm>
            <a:off x="353550" y="1592450"/>
            <a:ext cx="2674500" cy="28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36" name="Google Shape;636;p61"/>
          <p:cNvSpPr txBox="1">
            <a:spLocks noGrp="1"/>
          </p:cNvSpPr>
          <p:nvPr>
            <p:ph type="subTitle" idx="9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4">
  <p:cSld name="CUSTOM_28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6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62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1" name="Google Shape;641;p62"/>
          <p:cNvSpPr txBox="1">
            <a:spLocks noGrp="1"/>
          </p:cNvSpPr>
          <p:nvPr>
            <p:ph type="body" idx="2"/>
          </p:nvPr>
        </p:nvSpPr>
        <p:spPr>
          <a:xfrm>
            <a:off x="4618675" y="1125913"/>
            <a:ext cx="3951600" cy="6174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42" name="Google Shape;642;p62"/>
          <p:cNvSpPr txBox="1">
            <a:spLocks noGrp="1"/>
          </p:cNvSpPr>
          <p:nvPr>
            <p:ph type="subTitle" idx="3"/>
          </p:nvPr>
        </p:nvSpPr>
        <p:spPr>
          <a:xfrm>
            <a:off x="4618675" y="875411"/>
            <a:ext cx="35157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43" name="Google Shape;643;p62"/>
          <p:cNvSpPr txBox="1">
            <a:spLocks noGrp="1"/>
          </p:cNvSpPr>
          <p:nvPr>
            <p:ph type="body" idx="4"/>
          </p:nvPr>
        </p:nvSpPr>
        <p:spPr>
          <a:xfrm>
            <a:off x="361975" y="1066100"/>
            <a:ext cx="2701200" cy="21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44" name="Google Shape;644;p62"/>
          <p:cNvSpPr txBox="1">
            <a:spLocks noGrp="1"/>
          </p:cNvSpPr>
          <p:nvPr>
            <p:ph type="body" idx="5"/>
          </p:nvPr>
        </p:nvSpPr>
        <p:spPr>
          <a:xfrm>
            <a:off x="4618675" y="2603671"/>
            <a:ext cx="3951600" cy="6489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45" name="Google Shape;645;p62"/>
          <p:cNvSpPr txBox="1">
            <a:spLocks noGrp="1"/>
          </p:cNvSpPr>
          <p:nvPr>
            <p:ph type="subTitle" idx="6"/>
          </p:nvPr>
        </p:nvSpPr>
        <p:spPr>
          <a:xfrm>
            <a:off x="4618675" y="2340305"/>
            <a:ext cx="3515700" cy="23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46" name="Google Shape;646;p62"/>
          <p:cNvSpPr txBox="1">
            <a:spLocks noGrp="1"/>
          </p:cNvSpPr>
          <p:nvPr>
            <p:ph type="body" idx="7"/>
          </p:nvPr>
        </p:nvSpPr>
        <p:spPr>
          <a:xfrm>
            <a:off x="4618675" y="4066379"/>
            <a:ext cx="3951600" cy="643800"/>
          </a:xfrm>
          <a:prstGeom prst="rect">
            <a:avLst/>
          </a:prstGeom>
        </p:spPr>
        <p:txBody>
          <a:bodyPr spcFirstLastPara="1" wrap="square" lIns="0" tIns="4570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47" name="Google Shape;647;p62"/>
          <p:cNvSpPr txBox="1">
            <a:spLocks noGrp="1"/>
          </p:cNvSpPr>
          <p:nvPr>
            <p:ph type="subTitle" idx="8"/>
          </p:nvPr>
        </p:nvSpPr>
        <p:spPr>
          <a:xfrm>
            <a:off x="4618675" y="3805198"/>
            <a:ext cx="3515700" cy="2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48" name="Google Shape;648;p62"/>
          <p:cNvSpPr txBox="1">
            <a:spLocks noGrp="1"/>
          </p:cNvSpPr>
          <p:nvPr>
            <p:ph type="title" hasCustomPrompt="1"/>
          </p:nvPr>
        </p:nvSpPr>
        <p:spPr>
          <a:xfrm>
            <a:off x="3597475" y="680400"/>
            <a:ext cx="927600" cy="91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None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None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49" name="Google Shape;649;p62"/>
          <p:cNvSpPr txBox="1">
            <a:spLocks noGrp="1"/>
          </p:cNvSpPr>
          <p:nvPr>
            <p:ph type="title" idx="9" hasCustomPrompt="1"/>
          </p:nvPr>
        </p:nvSpPr>
        <p:spPr>
          <a:xfrm>
            <a:off x="3597475" y="2127395"/>
            <a:ext cx="927600" cy="91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Char char="●"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50" name="Google Shape;650;p62"/>
          <p:cNvSpPr txBox="1">
            <a:spLocks noGrp="1"/>
          </p:cNvSpPr>
          <p:nvPr>
            <p:ph type="title" idx="13" hasCustomPrompt="1"/>
          </p:nvPr>
        </p:nvSpPr>
        <p:spPr>
          <a:xfrm>
            <a:off x="3597475" y="3591200"/>
            <a:ext cx="927600" cy="91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Light"/>
              <a:buChar char="●"/>
              <a:defRPr sz="5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●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○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chivo Light"/>
              <a:buChar char="■"/>
              <a:defRPr sz="12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r>
              <a:t>xx%</a:t>
            </a:r>
          </a:p>
        </p:txBody>
      </p:sp>
      <p:sp>
        <p:nvSpPr>
          <p:cNvPr id="651" name="Google Shape;651;p62"/>
          <p:cNvSpPr txBox="1">
            <a:spLocks noGrp="1"/>
          </p:cNvSpPr>
          <p:nvPr>
            <p:ph type="subTitle" idx="14"/>
          </p:nvPr>
        </p:nvSpPr>
        <p:spPr>
          <a:xfrm>
            <a:off x="361975" y="539900"/>
            <a:ext cx="28503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4">
    <p:bg>
      <p:bgPr>
        <a:solidFill>
          <a:schemeClr val="lt1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63"/>
          <p:cNvSpPr>
            <a:spLocks noGrp="1"/>
          </p:cNvSpPr>
          <p:nvPr>
            <p:ph type="pic" idx="2"/>
          </p:nvPr>
        </p:nvSpPr>
        <p:spPr>
          <a:xfrm>
            <a:off x="6773700" y="1600350"/>
            <a:ext cx="2001300" cy="605100"/>
          </a:xfrm>
          <a:prstGeom prst="roundRect">
            <a:avLst>
              <a:gd name="adj" fmla="val 27045"/>
            </a:avLst>
          </a:prstGeom>
          <a:noFill/>
          <a:ln>
            <a:noFill/>
          </a:ln>
        </p:spPr>
      </p:sp>
      <p:sp>
        <p:nvSpPr>
          <p:cNvPr id="655" name="Google Shape;655;p63"/>
          <p:cNvSpPr>
            <a:spLocks noGrp="1"/>
          </p:cNvSpPr>
          <p:nvPr>
            <p:ph type="pic" idx="3"/>
          </p:nvPr>
        </p:nvSpPr>
        <p:spPr>
          <a:xfrm>
            <a:off x="4636725" y="1600350"/>
            <a:ext cx="2001300" cy="605100"/>
          </a:xfrm>
          <a:prstGeom prst="roundRect">
            <a:avLst>
              <a:gd name="adj" fmla="val 25760"/>
            </a:avLst>
          </a:prstGeom>
          <a:noFill/>
          <a:ln>
            <a:noFill/>
          </a:ln>
        </p:spPr>
      </p:sp>
      <p:sp>
        <p:nvSpPr>
          <p:cNvPr id="656" name="Google Shape;656;p63"/>
          <p:cNvSpPr>
            <a:spLocks noGrp="1"/>
          </p:cNvSpPr>
          <p:nvPr>
            <p:ph type="pic" idx="4"/>
          </p:nvPr>
        </p:nvSpPr>
        <p:spPr>
          <a:xfrm>
            <a:off x="2499750" y="1600350"/>
            <a:ext cx="2005200" cy="605100"/>
          </a:xfrm>
          <a:prstGeom prst="roundRect">
            <a:avLst>
              <a:gd name="adj" fmla="val 25545"/>
            </a:avLst>
          </a:prstGeom>
          <a:noFill/>
          <a:ln>
            <a:noFill/>
          </a:ln>
        </p:spPr>
      </p:sp>
      <p:sp>
        <p:nvSpPr>
          <p:cNvPr id="657" name="Google Shape;657;p63"/>
          <p:cNvSpPr>
            <a:spLocks noGrp="1"/>
          </p:cNvSpPr>
          <p:nvPr>
            <p:ph type="pic" idx="5"/>
          </p:nvPr>
        </p:nvSpPr>
        <p:spPr>
          <a:xfrm>
            <a:off x="361950" y="1600350"/>
            <a:ext cx="2001300" cy="605100"/>
          </a:xfrm>
          <a:prstGeom prst="roundRect">
            <a:avLst>
              <a:gd name="adj" fmla="val 26529"/>
            </a:avLst>
          </a:prstGeom>
          <a:noFill/>
          <a:ln>
            <a:noFill/>
          </a:ln>
        </p:spPr>
      </p:sp>
      <p:sp>
        <p:nvSpPr>
          <p:cNvPr id="658" name="Google Shape;658;p63"/>
          <p:cNvSpPr txBox="1">
            <a:spLocks noGrp="1"/>
          </p:cNvSpPr>
          <p:nvPr>
            <p:ph type="title"/>
          </p:nvPr>
        </p:nvSpPr>
        <p:spPr>
          <a:xfrm>
            <a:off x="361975" y="1066100"/>
            <a:ext cx="62433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59" name="Google Shape;659;p63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0" name="Google Shape;660;p63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1" name="Google Shape;661;p63"/>
          <p:cNvSpPr txBox="1">
            <a:spLocks noGrp="1"/>
          </p:cNvSpPr>
          <p:nvPr>
            <p:ph type="subTitle" idx="6"/>
          </p:nvPr>
        </p:nvSpPr>
        <p:spPr>
          <a:xfrm>
            <a:off x="528567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62" name="Google Shape;662;p63"/>
          <p:cNvSpPr txBox="1">
            <a:spLocks noGrp="1"/>
          </p:cNvSpPr>
          <p:nvPr>
            <p:ph type="subTitle" idx="7"/>
          </p:nvPr>
        </p:nvSpPr>
        <p:spPr>
          <a:xfrm>
            <a:off x="2664436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63" name="Google Shape;663;p63"/>
          <p:cNvSpPr txBox="1">
            <a:spLocks noGrp="1"/>
          </p:cNvSpPr>
          <p:nvPr>
            <p:ph type="subTitle" idx="8"/>
          </p:nvPr>
        </p:nvSpPr>
        <p:spPr>
          <a:xfrm>
            <a:off x="4803102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64" name="Google Shape;664;p63"/>
          <p:cNvSpPr txBox="1">
            <a:spLocks noGrp="1"/>
          </p:cNvSpPr>
          <p:nvPr>
            <p:ph type="subTitle" idx="9"/>
          </p:nvPr>
        </p:nvSpPr>
        <p:spPr>
          <a:xfrm>
            <a:off x="6938513" y="2459450"/>
            <a:ext cx="1654500" cy="20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65" name="Google Shape;665;p63"/>
          <p:cNvSpPr txBox="1">
            <a:spLocks noGrp="1"/>
          </p:cNvSpPr>
          <p:nvPr>
            <p:ph type="subTitle" idx="13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big ideas">
  <p:cSld name="CUSTOM_13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4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9" name="Google Shape;669;p64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0" name="Google Shape;670;p64"/>
          <p:cNvSpPr txBox="1">
            <a:spLocks noGrp="1"/>
          </p:cNvSpPr>
          <p:nvPr>
            <p:ph type="subTitle" idx="2"/>
          </p:nvPr>
        </p:nvSpPr>
        <p:spPr>
          <a:xfrm>
            <a:off x="494689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71" name="Google Shape;671;p64"/>
          <p:cNvSpPr txBox="1">
            <a:spLocks noGrp="1"/>
          </p:cNvSpPr>
          <p:nvPr>
            <p:ph type="body" idx="3"/>
          </p:nvPr>
        </p:nvSpPr>
        <p:spPr>
          <a:xfrm>
            <a:off x="494689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72" name="Google Shape;672;p64"/>
          <p:cNvSpPr txBox="1">
            <a:spLocks noGrp="1"/>
          </p:cNvSpPr>
          <p:nvPr>
            <p:ph type="subTitle" idx="4"/>
          </p:nvPr>
        </p:nvSpPr>
        <p:spPr>
          <a:xfrm>
            <a:off x="2203520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73" name="Google Shape;673;p64"/>
          <p:cNvSpPr txBox="1">
            <a:spLocks noGrp="1"/>
          </p:cNvSpPr>
          <p:nvPr>
            <p:ph type="body" idx="5"/>
          </p:nvPr>
        </p:nvSpPr>
        <p:spPr>
          <a:xfrm>
            <a:off x="2203520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74" name="Google Shape;674;p64"/>
          <p:cNvSpPr txBox="1">
            <a:spLocks noGrp="1"/>
          </p:cNvSpPr>
          <p:nvPr>
            <p:ph type="subTitle" idx="6"/>
          </p:nvPr>
        </p:nvSpPr>
        <p:spPr>
          <a:xfrm>
            <a:off x="3912390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75" name="Google Shape;675;p64"/>
          <p:cNvSpPr txBox="1">
            <a:spLocks noGrp="1"/>
          </p:cNvSpPr>
          <p:nvPr>
            <p:ph type="body" idx="7"/>
          </p:nvPr>
        </p:nvSpPr>
        <p:spPr>
          <a:xfrm>
            <a:off x="3912390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76" name="Google Shape;676;p64"/>
          <p:cNvSpPr txBox="1">
            <a:spLocks noGrp="1"/>
          </p:cNvSpPr>
          <p:nvPr>
            <p:ph type="subTitle" idx="8"/>
          </p:nvPr>
        </p:nvSpPr>
        <p:spPr>
          <a:xfrm>
            <a:off x="5621020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77" name="Google Shape;677;p64"/>
          <p:cNvSpPr txBox="1">
            <a:spLocks noGrp="1"/>
          </p:cNvSpPr>
          <p:nvPr>
            <p:ph type="body" idx="9"/>
          </p:nvPr>
        </p:nvSpPr>
        <p:spPr>
          <a:xfrm>
            <a:off x="5621020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78" name="Google Shape;678;p64"/>
          <p:cNvSpPr txBox="1">
            <a:spLocks noGrp="1"/>
          </p:cNvSpPr>
          <p:nvPr>
            <p:ph type="subTitle" idx="13"/>
          </p:nvPr>
        </p:nvSpPr>
        <p:spPr>
          <a:xfrm>
            <a:off x="7329172" y="1960052"/>
            <a:ext cx="1319700" cy="31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79" name="Google Shape;679;p64"/>
          <p:cNvSpPr txBox="1">
            <a:spLocks noGrp="1"/>
          </p:cNvSpPr>
          <p:nvPr>
            <p:ph type="body" idx="14"/>
          </p:nvPr>
        </p:nvSpPr>
        <p:spPr>
          <a:xfrm>
            <a:off x="7329172" y="2274201"/>
            <a:ext cx="1319700" cy="234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680" name="Google Shape;680;p64"/>
          <p:cNvSpPr txBox="1">
            <a:spLocks noGrp="1"/>
          </p:cNvSpPr>
          <p:nvPr>
            <p:ph type="title"/>
          </p:nvPr>
        </p:nvSpPr>
        <p:spPr>
          <a:xfrm>
            <a:off x="357700" y="1066100"/>
            <a:ext cx="6243300" cy="455100"/>
          </a:xfrm>
          <a:prstGeom prst="rect">
            <a:avLst/>
          </a:prstGeom>
        </p:spPr>
        <p:txBody>
          <a:bodyPr spcFirstLastPara="1" wrap="square" lIns="0" tIns="137150" rIns="0" bIns="137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SemiBold"/>
              <a:buNone/>
              <a:defRPr sz="1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1" name="Google Shape;681;p64"/>
          <p:cNvSpPr txBox="1">
            <a:spLocks noGrp="1"/>
          </p:cNvSpPr>
          <p:nvPr>
            <p:ph type="subTitle" idx="15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_1_1_1_1_1_1_1_1_1_1_1_1_1_1_1_1_1_1_1_1">
    <p:bg>
      <p:bgPr>
        <a:solidFill>
          <a:schemeClr val="dk1"/>
        </a:solidFill>
        <a:effectLst/>
      </p:bgPr>
    </p:bg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5"/>
          <p:cNvSpPr txBox="1">
            <a:spLocks noGrp="1"/>
          </p:cNvSpPr>
          <p:nvPr>
            <p:ph type="title"/>
          </p:nvPr>
        </p:nvSpPr>
        <p:spPr>
          <a:xfrm>
            <a:off x="361975" y="555540"/>
            <a:ext cx="8414700" cy="27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1000"/>
              </a:spcBef>
              <a:spcAft>
                <a:spcPts val="100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685" name="Google Shape;685;p65"/>
          <p:cNvSpPr>
            <a:spLocks noGrp="1"/>
          </p:cNvSpPr>
          <p:nvPr>
            <p:ph type="pic" idx="2"/>
          </p:nvPr>
        </p:nvSpPr>
        <p:spPr>
          <a:xfrm>
            <a:off x="342975" y="3777050"/>
            <a:ext cx="1002900" cy="100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6" name="Google Shape;686;p65"/>
          <p:cNvSpPr txBox="1">
            <a:spLocks noGrp="1"/>
          </p:cNvSpPr>
          <p:nvPr>
            <p:ph type="subTitle" idx="1"/>
          </p:nvPr>
        </p:nvSpPr>
        <p:spPr>
          <a:xfrm>
            <a:off x="1345875" y="3958400"/>
            <a:ext cx="4017600" cy="320100"/>
          </a:xfrm>
          <a:prstGeom prst="rect">
            <a:avLst/>
          </a:prstGeom>
        </p:spPr>
        <p:txBody>
          <a:bodyPr spcFirstLastPara="1" wrap="square" lIns="137150" tIns="0" rIns="27430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87" name="Google Shape;687;p65"/>
          <p:cNvSpPr txBox="1">
            <a:spLocks noGrp="1"/>
          </p:cNvSpPr>
          <p:nvPr>
            <p:ph type="subTitle" idx="3"/>
          </p:nvPr>
        </p:nvSpPr>
        <p:spPr>
          <a:xfrm>
            <a:off x="1345875" y="4278500"/>
            <a:ext cx="4017600" cy="320100"/>
          </a:xfrm>
          <a:prstGeom prst="rect">
            <a:avLst/>
          </a:prstGeom>
        </p:spPr>
        <p:txBody>
          <a:bodyPr spcFirstLastPara="1" wrap="square" lIns="137150" tIns="0" rIns="27430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8" name="Google Shape;688;p65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9" name="Google Shape;689;p65"/>
          <p:cNvSpPr txBox="1">
            <a:spLocks noGrp="1"/>
          </p:cNvSpPr>
          <p:nvPr>
            <p:ph type="subTitle" idx="4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Alt 1">
  <p:cSld name="CUSTOM_7_1_1_1_1_1_1_1_1_1_1_1_1_1_1_1_1_1_1_1_1_1">
    <p:bg>
      <p:bgPr>
        <a:solidFill>
          <a:schemeClr val="lt1"/>
        </a:solidFill>
        <a:effectLst/>
      </p:bgPr>
    </p:bg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66"/>
          <p:cNvSpPr txBox="1">
            <a:spLocks noGrp="1"/>
          </p:cNvSpPr>
          <p:nvPr>
            <p:ph type="subTitle" idx="1"/>
          </p:nvPr>
        </p:nvSpPr>
        <p:spPr>
          <a:xfrm>
            <a:off x="6080700" y="3770600"/>
            <a:ext cx="2486700" cy="34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3" name="Google Shape;693;p66"/>
          <p:cNvSpPr txBox="1">
            <a:spLocks noGrp="1"/>
          </p:cNvSpPr>
          <p:nvPr>
            <p:ph type="title"/>
          </p:nvPr>
        </p:nvSpPr>
        <p:spPr>
          <a:xfrm>
            <a:off x="3502650" y="1350300"/>
            <a:ext cx="4882800" cy="229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694" name="Google Shape;694;p66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5" name="Google Shape;695;p66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6" name="Google Shape;696;p66"/>
          <p:cNvSpPr txBox="1">
            <a:spLocks noGrp="1"/>
          </p:cNvSpPr>
          <p:nvPr>
            <p:ph type="subTitle" idx="3"/>
          </p:nvPr>
        </p:nvSpPr>
        <p:spPr>
          <a:xfrm>
            <a:off x="3502650" y="3770600"/>
            <a:ext cx="2486700" cy="342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SemiBold"/>
              <a:buNone/>
              <a:defRPr sz="12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697" name="Google Shape;697;p66"/>
          <p:cNvSpPr>
            <a:spLocks noGrp="1"/>
          </p:cNvSpPr>
          <p:nvPr>
            <p:ph type="pic" idx="4"/>
          </p:nvPr>
        </p:nvSpPr>
        <p:spPr>
          <a:xfrm>
            <a:off x="361975" y="1215200"/>
            <a:ext cx="2920200" cy="29583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CUSTOM_2">
    <p:bg>
      <p:bgPr>
        <a:solidFill>
          <a:schemeClr val="dk1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Google Shape;699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67"/>
          <p:cNvSpPr txBox="1">
            <a:spLocks noGrp="1"/>
          </p:cNvSpPr>
          <p:nvPr>
            <p:ph type="body" idx="1"/>
          </p:nvPr>
        </p:nvSpPr>
        <p:spPr>
          <a:xfrm>
            <a:off x="359200" y="1801500"/>
            <a:ext cx="4029000" cy="300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●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Char char="○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 Light"/>
              <a:buChar char="■"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01" name="Google Shape;701;p67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2" name="Google Shape;702;p67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3" name="Google Shape;703;p67"/>
          <p:cNvSpPr>
            <a:spLocks noGrp="1"/>
          </p:cNvSpPr>
          <p:nvPr>
            <p:ph type="pic" idx="3"/>
          </p:nvPr>
        </p:nvSpPr>
        <p:spPr>
          <a:xfrm>
            <a:off x="4637525" y="612800"/>
            <a:ext cx="4131600" cy="4167000"/>
          </a:xfrm>
          <a:prstGeom prst="roundRect">
            <a:avLst>
              <a:gd name="adj" fmla="val 6598"/>
            </a:avLst>
          </a:prstGeom>
          <a:noFill/>
          <a:ln>
            <a:noFill/>
          </a:ln>
        </p:spPr>
      </p:sp>
      <p:sp>
        <p:nvSpPr>
          <p:cNvPr id="704" name="Google Shape;704;p67"/>
          <p:cNvSpPr txBox="1">
            <a:spLocks noGrp="1"/>
          </p:cNvSpPr>
          <p:nvPr>
            <p:ph type="subTitle" idx="4"/>
          </p:nvPr>
        </p:nvSpPr>
        <p:spPr>
          <a:xfrm>
            <a:off x="361975" y="539900"/>
            <a:ext cx="4131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1">
  <p:cSld name="CUSTOM_2_1">
    <p:bg>
      <p:bgPr>
        <a:solidFill>
          <a:schemeClr val="dk1"/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68"/>
          <p:cNvSpPr txBox="1">
            <a:spLocks noGrp="1"/>
          </p:cNvSpPr>
          <p:nvPr>
            <p:ph type="title"/>
          </p:nvPr>
        </p:nvSpPr>
        <p:spPr>
          <a:xfrm>
            <a:off x="3843300" y="870251"/>
            <a:ext cx="49335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708" name="Google Shape;708;p68"/>
          <p:cNvSpPr>
            <a:spLocks noGrp="1"/>
          </p:cNvSpPr>
          <p:nvPr>
            <p:ph type="pic" idx="2"/>
          </p:nvPr>
        </p:nvSpPr>
        <p:spPr>
          <a:xfrm>
            <a:off x="361975" y="612800"/>
            <a:ext cx="3224400" cy="4167000"/>
          </a:xfrm>
          <a:prstGeom prst="roundRect">
            <a:avLst>
              <a:gd name="adj" fmla="val 4717"/>
            </a:avLst>
          </a:prstGeom>
          <a:noFill/>
          <a:ln>
            <a:noFill/>
          </a:ln>
        </p:spPr>
      </p:sp>
      <p:sp>
        <p:nvSpPr>
          <p:cNvPr id="709" name="Google Shape;709;p68"/>
          <p:cNvSpPr txBox="1">
            <a:spLocks noGrp="1"/>
          </p:cNvSpPr>
          <p:nvPr>
            <p:ph type="body" idx="1"/>
          </p:nvPr>
        </p:nvSpPr>
        <p:spPr>
          <a:xfrm>
            <a:off x="3843300" y="4195275"/>
            <a:ext cx="4933500" cy="584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Archivo"/>
              <a:buChar char="■"/>
              <a:defRPr sz="1000"/>
            </a:lvl9pPr>
          </a:lstStyle>
          <a:p>
            <a:endParaRPr/>
          </a:p>
        </p:txBody>
      </p:sp>
      <p:sp>
        <p:nvSpPr>
          <p:cNvPr id="710" name="Google Shape;710;p68"/>
          <p:cNvSpPr txBox="1">
            <a:spLocks noGrp="1"/>
          </p:cNvSpPr>
          <p:nvPr>
            <p:ph type="subTitle" idx="3"/>
          </p:nvPr>
        </p:nvSpPr>
        <p:spPr>
          <a:xfrm>
            <a:off x="3843300" y="614476"/>
            <a:ext cx="4933500" cy="13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1" name="Google Shape;711;p68"/>
          <p:cNvSpPr txBox="1">
            <a:spLocks noGrp="1"/>
          </p:cNvSpPr>
          <p:nvPr>
            <p:ph type="title" idx="4"/>
          </p:nvPr>
        </p:nvSpPr>
        <p:spPr>
          <a:xfrm>
            <a:off x="3843300" y="1210976"/>
            <a:ext cx="4933500" cy="27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712" name="Google Shape;712;p68"/>
          <p:cNvSpPr txBox="1">
            <a:spLocks noGrp="1"/>
          </p:cNvSpPr>
          <p:nvPr>
            <p:ph type="title" idx="5"/>
          </p:nvPr>
        </p:nvSpPr>
        <p:spPr>
          <a:xfrm>
            <a:off x="3843300" y="1801500"/>
            <a:ext cx="4933500" cy="18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713" name="Google Shape;713;p68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4" name="Google Shape;714;p68"/>
          <p:cNvSpPr txBox="1">
            <a:spLocks noGrp="1"/>
          </p:cNvSpPr>
          <p:nvPr>
            <p:ph type="subTitle" idx="6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6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2">
  <p:cSld name="CUSTOM_2_1_3">
    <p:bg>
      <p:bgPr>
        <a:solidFill>
          <a:schemeClr val="dk1"/>
        </a:solidFill>
        <a:effectLst/>
      </p:bgPr>
    </p:bg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9"/>
          <p:cNvSpPr txBox="1">
            <a:spLocks noGrp="1"/>
          </p:cNvSpPr>
          <p:nvPr>
            <p:ph type="subTitle" idx="1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8" name="Google Shape;718;p6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9" name="Google Shape;719;p69"/>
          <p:cNvSpPr txBox="1">
            <a:spLocks noGrp="1"/>
          </p:cNvSpPr>
          <p:nvPr>
            <p:ph type="subTitle" idx="2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0" name="Google Shape;720;p69"/>
          <p:cNvSpPr txBox="1">
            <a:spLocks noGrp="1"/>
          </p:cNvSpPr>
          <p:nvPr>
            <p:ph type="body" idx="3"/>
          </p:nvPr>
        </p:nvSpPr>
        <p:spPr>
          <a:xfrm>
            <a:off x="361975" y="2947875"/>
            <a:ext cx="4163100" cy="1833600"/>
          </a:xfrm>
          <a:prstGeom prst="rect">
            <a:avLst/>
          </a:prstGeom>
        </p:spPr>
        <p:txBody>
          <a:bodyPr spcFirstLastPara="1" wrap="square" lIns="0" tIns="137150" rIns="0" bIns="0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/>
            </a:lvl9pPr>
          </a:lstStyle>
          <a:p>
            <a:endParaRPr/>
          </a:p>
        </p:txBody>
      </p:sp>
      <p:sp>
        <p:nvSpPr>
          <p:cNvPr id="721" name="Google Shape;721;p69"/>
          <p:cNvSpPr txBox="1">
            <a:spLocks noGrp="1"/>
          </p:cNvSpPr>
          <p:nvPr>
            <p:ph type="title"/>
          </p:nvPr>
        </p:nvSpPr>
        <p:spPr>
          <a:xfrm>
            <a:off x="337200" y="1066100"/>
            <a:ext cx="8375700" cy="1881900"/>
          </a:xfrm>
          <a:prstGeom prst="rect">
            <a:avLst/>
          </a:prstGeom>
        </p:spPr>
        <p:txBody>
          <a:bodyPr spcFirstLastPara="1" wrap="square" lIns="0" tIns="0" rIns="0" bIns="1371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chivo SemiBold"/>
              <a:buNone/>
              <a:defRPr sz="5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- Alt 6">
  <p:cSld name="CUSTOM_2_1_1_1">
    <p:bg>
      <p:bgPr>
        <a:solidFill>
          <a:schemeClr val="dk1"/>
        </a:solidFill>
        <a:effectLst/>
      </p:bgPr>
    </p:bg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70"/>
          <p:cNvSpPr txBox="1">
            <a:spLocks noGrp="1"/>
          </p:cNvSpPr>
          <p:nvPr>
            <p:ph type="title"/>
          </p:nvPr>
        </p:nvSpPr>
        <p:spPr>
          <a:xfrm>
            <a:off x="361965" y="2535325"/>
            <a:ext cx="6346800" cy="228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725" name="Google Shape;725;p70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6" name="Google Shape;726;p70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7" name="Google Shape;727;p70"/>
          <p:cNvSpPr txBox="1">
            <a:spLocks noGrp="1"/>
          </p:cNvSpPr>
          <p:nvPr>
            <p:ph type="subTitle" idx="2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CUSTOM_5">
    <p:bg>
      <p:bgPr>
        <a:solidFill>
          <a:schemeClr val="dk1"/>
        </a:solidFill>
        <a:effectLst/>
      </p:bgPr>
    </p:bg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71"/>
          <p:cNvSpPr txBox="1">
            <a:spLocks noGrp="1"/>
          </p:cNvSpPr>
          <p:nvPr>
            <p:ph type="title"/>
          </p:nvPr>
        </p:nvSpPr>
        <p:spPr>
          <a:xfrm>
            <a:off x="2504817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31" name="Google Shape;731;p71"/>
          <p:cNvSpPr txBox="1">
            <a:spLocks noGrp="1"/>
          </p:cNvSpPr>
          <p:nvPr>
            <p:ph type="subTitle" idx="1"/>
          </p:nvPr>
        </p:nvSpPr>
        <p:spPr>
          <a:xfrm>
            <a:off x="2504817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32" name="Google Shape;732;p71"/>
          <p:cNvSpPr>
            <a:spLocks noGrp="1"/>
          </p:cNvSpPr>
          <p:nvPr>
            <p:ph type="pic" idx="2"/>
          </p:nvPr>
        </p:nvSpPr>
        <p:spPr>
          <a:xfrm>
            <a:off x="28241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3" name="Google Shape;733;p71"/>
          <p:cNvSpPr txBox="1">
            <a:spLocks noGrp="1"/>
          </p:cNvSpPr>
          <p:nvPr>
            <p:ph type="title" idx="3"/>
          </p:nvPr>
        </p:nvSpPr>
        <p:spPr>
          <a:xfrm>
            <a:off x="368350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34" name="Google Shape;734;p71"/>
          <p:cNvSpPr txBox="1">
            <a:spLocks noGrp="1"/>
          </p:cNvSpPr>
          <p:nvPr>
            <p:ph type="subTitle" idx="4"/>
          </p:nvPr>
        </p:nvSpPr>
        <p:spPr>
          <a:xfrm>
            <a:off x="368350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35" name="Google Shape;735;p71"/>
          <p:cNvSpPr>
            <a:spLocks noGrp="1"/>
          </p:cNvSpPr>
          <p:nvPr>
            <p:ph type="pic" idx="5"/>
          </p:nvPr>
        </p:nvSpPr>
        <p:spPr>
          <a:xfrm>
            <a:off x="68770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6" name="Google Shape;736;p71"/>
          <p:cNvSpPr txBox="1">
            <a:spLocks noGrp="1"/>
          </p:cNvSpPr>
          <p:nvPr>
            <p:ph type="title" idx="6"/>
          </p:nvPr>
        </p:nvSpPr>
        <p:spPr>
          <a:xfrm>
            <a:off x="6778800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37" name="Google Shape;737;p71"/>
          <p:cNvSpPr txBox="1">
            <a:spLocks noGrp="1"/>
          </p:cNvSpPr>
          <p:nvPr>
            <p:ph type="subTitle" idx="7"/>
          </p:nvPr>
        </p:nvSpPr>
        <p:spPr>
          <a:xfrm>
            <a:off x="6778800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38" name="Google Shape;738;p71"/>
          <p:cNvSpPr>
            <a:spLocks noGrp="1"/>
          </p:cNvSpPr>
          <p:nvPr>
            <p:ph type="pic" idx="8"/>
          </p:nvPr>
        </p:nvSpPr>
        <p:spPr>
          <a:xfrm>
            <a:off x="7098150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9" name="Google Shape;739;p71"/>
          <p:cNvSpPr txBox="1">
            <a:spLocks noGrp="1"/>
          </p:cNvSpPr>
          <p:nvPr>
            <p:ph type="title" idx="9"/>
          </p:nvPr>
        </p:nvSpPr>
        <p:spPr>
          <a:xfrm>
            <a:off x="4650558" y="29401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40" name="Google Shape;740;p71"/>
          <p:cNvSpPr txBox="1">
            <a:spLocks noGrp="1"/>
          </p:cNvSpPr>
          <p:nvPr>
            <p:ph type="subTitle" idx="13"/>
          </p:nvPr>
        </p:nvSpPr>
        <p:spPr>
          <a:xfrm>
            <a:off x="4650558" y="3661040"/>
            <a:ext cx="1994100" cy="8868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latin typeface="Archivo Light"/>
                <a:ea typeface="Archivo Light"/>
                <a:cs typeface="Archivo Light"/>
                <a:sym typeface="Archiv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 Light"/>
              <a:buNone/>
              <a:defRPr sz="10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741" name="Google Shape;741;p71"/>
          <p:cNvSpPr>
            <a:spLocks noGrp="1"/>
          </p:cNvSpPr>
          <p:nvPr>
            <p:ph type="pic" idx="14"/>
          </p:nvPr>
        </p:nvSpPr>
        <p:spPr>
          <a:xfrm>
            <a:off x="4969667" y="1295719"/>
            <a:ext cx="1355400" cy="137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2" name="Google Shape;742;p7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3" name="Google Shape;743;p71"/>
          <p:cNvSpPr txBox="1">
            <a:spLocks noGrp="1"/>
          </p:cNvSpPr>
          <p:nvPr>
            <p:ph type="subTitle" idx="15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44" name="Google Shape;744;p71"/>
          <p:cNvSpPr txBox="1">
            <a:spLocks noGrp="1"/>
          </p:cNvSpPr>
          <p:nvPr>
            <p:ph type="subTitle" idx="16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- Alt 2">
  <p:cSld name="CUSTOM_6">
    <p:bg>
      <p:bgPr>
        <a:solidFill>
          <a:schemeClr val="dk1"/>
        </a:solid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72"/>
          <p:cNvSpPr>
            <a:spLocks noGrp="1"/>
          </p:cNvSpPr>
          <p:nvPr>
            <p:ph type="pic" idx="2"/>
          </p:nvPr>
        </p:nvSpPr>
        <p:spPr>
          <a:xfrm>
            <a:off x="361975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748" name="Google Shape;748;p72"/>
          <p:cNvSpPr>
            <a:spLocks noGrp="1"/>
          </p:cNvSpPr>
          <p:nvPr>
            <p:ph type="pic" idx="3"/>
          </p:nvPr>
        </p:nvSpPr>
        <p:spPr>
          <a:xfrm>
            <a:off x="361975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749" name="Google Shape;749;p72"/>
          <p:cNvSpPr txBox="1">
            <a:spLocks noGrp="1"/>
          </p:cNvSpPr>
          <p:nvPr>
            <p:ph type="title"/>
          </p:nvPr>
        </p:nvSpPr>
        <p:spPr>
          <a:xfrm>
            <a:off x="361975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50" name="Google Shape;750;p7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1" name="Google Shape;751;p72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chivo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2" name="Google Shape;752;p72"/>
          <p:cNvSpPr txBox="1">
            <a:spLocks noGrp="1"/>
          </p:cNvSpPr>
          <p:nvPr>
            <p:ph type="title" idx="4"/>
          </p:nvPr>
        </p:nvSpPr>
        <p:spPr>
          <a:xfrm>
            <a:off x="362125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14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53" name="Google Shape;753;p72"/>
          <p:cNvSpPr>
            <a:spLocks noGrp="1"/>
          </p:cNvSpPr>
          <p:nvPr>
            <p:ph type="pic" idx="5"/>
          </p:nvPr>
        </p:nvSpPr>
        <p:spPr>
          <a:xfrm>
            <a:off x="2499750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754" name="Google Shape;754;p72"/>
          <p:cNvSpPr>
            <a:spLocks noGrp="1"/>
          </p:cNvSpPr>
          <p:nvPr>
            <p:ph type="pic" idx="6"/>
          </p:nvPr>
        </p:nvSpPr>
        <p:spPr>
          <a:xfrm>
            <a:off x="2499750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755" name="Google Shape;755;p72"/>
          <p:cNvSpPr txBox="1">
            <a:spLocks noGrp="1"/>
          </p:cNvSpPr>
          <p:nvPr>
            <p:ph type="title" idx="7"/>
          </p:nvPr>
        </p:nvSpPr>
        <p:spPr>
          <a:xfrm>
            <a:off x="2499750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56" name="Google Shape;756;p72"/>
          <p:cNvSpPr txBox="1">
            <a:spLocks noGrp="1"/>
          </p:cNvSpPr>
          <p:nvPr>
            <p:ph type="title" idx="8"/>
          </p:nvPr>
        </p:nvSpPr>
        <p:spPr>
          <a:xfrm>
            <a:off x="2499900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57" name="Google Shape;757;p72"/>
          <p:cNvSpPr>
            <a:spLocks noGrp="1"/>
          </p:cNvSpPr>
          <p:nvPr>
            <p:ph type="pic" idx="9"/>
          </p:nvPr>
        </p:nvSpPr>
        <p:spPr>
          <a:xfrm>
            <a:off x="4637525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758" name="Google Shape;758;p72"/>
          <p:cNvSpPr>
            <a:spLocks noGrp="1"/>
          </p:cNvSpPr>
          <p:nvPr>
            <p:ph type="pic" idx="13"/>
          </p:nvPr>
        </p:nvSpPr>
        <p:spPr>
          <a:xfrm>
            <a:off x="4637525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759" name="Google Shape;759;p72"/>
          <p:cNvSpPr txBox="1">
            <a:spLocks noGrp="1"/>
          </p:cNvSpPr>
          <p:nvPr>
            <p:ph type="title" idx="14"/>
          </p:nvPr>
        </p:nvSpPr>
        <p:spPr>
          <a:xfrm>
            <a:off x="4637525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60" name="Google Shape;760;p72"/>
          <p:cNvSpPr txBox="1">
            <a:spLocks noGrp="1"/>
          </p:cNvSpPr>
          <p:nvPr>
            <p:ph type="title" idx="15"/>
          </p:nvPr>
        </p:nvSpPr>
        <p:spPr>
          <a:xfrm>
            <a:off x="4637675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61" name="Google Shape;761;p72"/>
          <p:cNvSpPr>
            <a:spLocks noGrp="1"/>
          </p:cNvSpPr>
          <p:nvPr>
            <p:ph type="pic" idx="16"/>
          </p:nvPr>
        </p:nvSpPr>
        <p:spPr>
          <a:xfrm>
            <a:off x="6775300" y="2991074"/>
            <a:ext cx="1994400" cy="11475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762" name="Google Shape;762;p72"/>
          <p:cNvSpPr>
            <a:spLocks noGrp="1"/>
          </p:cNvSpPr>
          <p:nvPr>
            <p:ph type="pic" idx="17"/>
          </p:nvPr>
        </p:nvSpPr>
        <p:spPr>
          <a:xfrm>
            <a:off x="6775300" y="1066100"/>
            <a:ext cx="1994400" cy="1209600"/>
          </a:xfrm>
          <a:prstGeom prst="roundRect">
            <a:avLst>
              <a:gd name="adj" fmla="val 7060"/>
            </a:avLst>
          </a:prstGeom>
          <a:noFill/>
          <a:ln>
            <a:noFill/>
          </a:ln>
        </p:spPr>
      </p:sp>
      <p:sp>
        <p:nvSpPr>
          <p:cNvPr id="763" name="Google Shape;763;p72"/>
          <p:cNvSpPr txBox="1">
            <a:spLocks noGrp="1"/>
          </p:cNvSpPr>
          <p:nvPr>
            <p:ph type="title" idx="18"/>
          </p:nvPr>
        </p:nvSpPr>
        <p:spPr>
          <a:xfrm>
            <a:off x="6775300" y="4268750"/>
            <a:ext cx="1994400" cy="51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64" name="Google Shape;764;p72"/>
          <p:cNvSpPr txBox="1">
            <a:spLocks noGrp="1"/>
          </p:cNvSpPr>
          <p:nvPr>
            <p:ph type="title" idx="19"/>
          </p:nvPr>
        </p:nvSpPr>
        <p:spPr>
          <a:xfrm>
            <a:off x="6775450" y="2292638"/>
            <a:ext cx="1994100" cy="5799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 SemiBold"/>
              <a:buNone/>
              <a:defRPr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65" name="Google Shape;765;p72"/>
          <p:cNvSpPr txBox="1">
            <a:spLocks noGrp="1"/>
          </p:cNvSpPr>
          <p:nvPr>
            <p:ph type="subTitle" idx="20"/>
          </p:nvPr>
        </p:nvSpPr>
        <p:spPr>
          <a:xfrm>
            <a:off x="361975" y="539900"/>
            <a:ext cx="8367600" cy="318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chivo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68" name="Google Shape;768;p7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3" name="Google Shape;773;p7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2" name="Google Shape;782;p7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8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7" name="Google Shape;787;p8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8" name="Google Shape;788;p8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8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3" name="Google Shape;793;p8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84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84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8" name="Google Shape;798;p84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9" name="Google Shape;799;p84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0" name="Google Shape;800;p84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1" name="Google Shape;801;p84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2" name="Google Shape;802;p84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5" name="Google Shape;805;p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6" name="Google Shape;806;p85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9" name="Google Shape;809;p86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0" name="Google Shape;810;p86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1" name="Google Shape;811;p86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2" name="Google Shape;812;p86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7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5" name="Google Shape;815;p87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6" name="Google Shape;816;p8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17" name="Google Shape;817;p87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8" name="Google Shape;818;p87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9" name="Google Shape;819;p87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0" name="Google Shape;820;p87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8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3" name="Google Shape;823;p88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4" name="Google Shape;824;p88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5" name="Google Shape;825;p88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6" name="Google Shape;826;p88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27" name="Google Shape;827;p88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8" name="Google Shape;828;p88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9" name="Google Shape;829;p88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30" name="Google Shape;830;p88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8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3" name="Google Shape;833;p89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0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6" name="Google Shape;836;p90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90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38" name="Google Shape;838;p90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9" name="Google Shape;839;p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0" name="Google Shape;840;p90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1" name="Google Shape;841;p90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1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4" name="Google Shape;844;p91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p91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91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7" name="Google Shape;847;p91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91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9" name="Google Shape;849;p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0" name="Google Shape;850;p91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51" name="Google Shape;851;p91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52" name="Google Shape;852;p91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92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93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7" name="Google Shape;857;p93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8" name="Google Shape;858;p93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9" name="Google Shape;859;p93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0" name="Google Shape;860;p93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1" name="Google Shape;861;p93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2" name="Google Shape;862;p93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3" name="Google Shape;863;p93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93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p93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9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64.xml"/><Relationship Id="rId34" Type="http://schemas.openxmlformats.org/officeDocument/2006/relationships/slideLayout" Target="../slideLayouts/slideLayout77.xml"/><Relationship Id="rId42" Type="http://schemas.openxmlformats.org/officeDocument/2006/relationships/slideLayout" Target="../slideLayouts/slideLayout85.xml"/><Relationship Id="rId47" Type="http://schemas.openxmlformats.org/officeDocument/2006/relationships/slideLayout" Target="../slideLayouts/slideLayout90.xml"/><Relationship Id="rId50" Type="http://schemas.openxmlformats.org/officeDocument/2006/relationships/image" Target="../media/image8.png"/><Relationship Id="rId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32" Type="http://schemas.openxmlformats.org/officeDocument/2006/relationships/slideLayout" Target="../slideLayouts/slideLayout75.xml"/><Relationship Id="rId37" Type="http://schemas.openxmlformats.org/officeDocument/2006/relationships/slideLayout" Target="../slideLayouts/slideLayout80.xml"/><Relationship Id="rId40" Type="http://schemas.openxmlformats.org/officeDocument/2006/relationships/slideLayout" Target="../slideLayouts/slideLayout83.xml"/><Relationship Id="rId45" Type="http://schemas.openxmlformats.org/officeDocument/2006/relationships/slideLayout" Target="../slideLayouts/slideLayout88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71.xml"/><Relationship Id="rId36" Type="http://schemas.openxmlformats.org/officeDocument/2006/relationships/slideLayout" Target="../slideLayouts/slideLayout79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31" Type="http://schemas.openxmlformats.org/officeDocument/2006/relationships/slideLayout" Target="../slideLayouts/slideLayout74.xml"/><Relationship Id="rId44" Type="http://schemas.openxmlformats.org/officeDocument/2006/relationships/slideLayout" Target="../slideLayouts/slideLayout87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73.xml"/><Relationship Id="rId35" Type="http://schemas.openxmlformats.org/officeDocument/2006/relationships/slideLayout" Target="../slideLayouts/slideLayout78.xml"/><Relationship Id="rId43" Type="http://schemas.openxmlformats.org/officeDocument/2006/relationships/slideLayout" Target="../slideLayouts/slideLayout86.xml"/><Relationship Id="rId48" Type="http://schemas.openxmlformats.org/officeDocument/2006/relationships/slideLayout" Target="../slideLayouts/slideLayout91.xml"/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33" Type="http://schemas.openxmlformats.org/officeDocument/2006/relationships/slideLayout" Target="../slideLayouts/slideLayout76.xml"/><Relationship Id="rId38" Type="http://schemas.openxmlformats.org/officeDocument/2006/relationships/slideLayout" Target="../slideLayouts/slideLayout81.xml"/><Relationship Id="rId46" Type="http://schemas.openxmlformats.org/officeDocument/2006/relationships/slideLayout" Target="../slideLayouts/slideLayout89.xml"/><Relationship Id="rId20" Type="http://schemas.openxmlformats.org/officeDocument/2006/relationships/slideLayout" Target="../slideLayouts/slideLayout63.xml"/><Relationship Id="rId41" Type="http://schemas.openxmlformats.org/officeDocument/2006/relationships/slideLayout" Target="../slideLayouts/slideLayout84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0">
            <a:alphaModFix/>
          </a:blip>
          <a:stretch>
            <a:fillRect/>
          </a:stretch>
        </a:blip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5"/>
          <p:cNvSpPr txBox="1">
            <a:spLocks noGrp="1"/>
          </p:cNvSpPr>
          <p:nvPr>
            <p:ph type="body" idx="1"/>
          </p:nvPr>
        </p:nvSpPr>
        <p:spPr>
          <a:xfrm>
            <a:off x="361972" y="2004050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●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 Light"/>
              <a:buChar char="○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Archivo Light"/>
              <a:buChar char="■"/>
              <a:defRPr sz="1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defRPr>
            </a:lvl9pPr>
          </a:lstStyle>
          <a:p>
            <a:endParaRPr/>
          </a:p>
        </p:txBody>
      </p:sp>
      <p:sp>
        <p:nvSpPr>
          <p:cNvPr id="424" name="Google Shape;424;p45"/>
          <p:cNvSpPr txBox="1">
            <a:spLocks noGrp="1"/>
          </p:cNvSpPr>
          <p:nvPr>
            <p:ph type="title"/>
          </p:nvPr>
        </p:nvSpPr>
        <p:spPr>
          <a:xfrm>
            <a:off x="361975" y="545850"/>
            <a:ext cx="5391300" cy="8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chivo"/>
              <a:buNone/>
              <a:defRPr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425" name="Google Shape;425;p45"/>
          <p:cNvSpPr txBox="1">
            <a:spLocks noGrp="1"/>
          </p:cNvSpPr>
          <p:nvPr>
            <p:ph type="body" idx="2"/>
          </p:nvPr>
        </p:nvSpPr>
        <p:spPr>
          <a:xfrm>
            <a:off x="4376625" y="2215425"/>
            <a:ext cx="4361100" cy="24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  <p:sldLayoutId id="2147483722" r:id="rId32"/>
    <p:sldLayoutId id="2147483723" r:id="rId33"/>
    <p:sldLayoutId id="2147483724" r:id="rId34"/>
    <p:sldLayoutId id="2147483725" r:id="rId35"/>
    <p:sldLayoutId id="2147483726" r:id="rId36"/>
    <p:sldLayoutId id="2147483727" r:id="rId37"/>
    <p:sldLayoutId id="2147483728" r:id="rId38"/>
    <p:sldLayoutId id="2147483729" r:id="rId39"/>
    <p:sldLayoutId id="2147483730" r:id="rId40"/>
    <p:sldLayoutId id="2147483731" r:id="rId41"/>
    <p:sldLayoutId id="2147483732" r:id="rId42"/>
    <p:sldLayoutId id="2147483733" r:id="rId43"/>
    <p:sldLayoutId id="2147483734" r:id="rId44"/>
    <p:sldLayoutId id="2147483735" r:id="rId45"/>
    <p:sldLayoutId id="2147483736" r:id="rId46"/>
    <p:sldLayoutId id="2147483737" r:id="rId47"/>
    <p:sldLayoutId id="2147483738" r:id="rId4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35">
          <p15:clr>
            <a:srgbClr val="E46962"/>
          </p15:clr>
        </p15:guide>
        <p15:guide id="5" pos="2921">
          <p15:clr>
            <a:srgbClr val="E46962"/>
          </p15:clr>
        </p15:guide>
        <p15:guide id="6" pos="1489">
          <p15:clr>
            <a:srgbClr val="E46962"/>
          </p15:clr>
        </p15:guide>
        <p15:guide id="7" pos="1575">
          <p15:clr>
            <a:srgbClr val="E46962"/>
          </p15:clr>
        </p15:guide>
        <p15:guide id="8" pos="4182">
          <p15:clr>
            <a:srgbClr val="E46962"/>
          </p15:clr>
        </p15:guide>
        <p15:guide id="9" pos="4268">
          <p15:clr>
            <a:srgbClr val="E46962"/>
          </p15:clr>
        </p15:guide>
        <p15:guide id="10" orient="horz" pos="2867">
          <p15:clr>
            <a:srgbClr val="E46962"/>
          </p15:clr>
        </p15:guide>
        <p15:guide id="11" orient="horz" pos="1135">
          <p15:clr>
            <a:srgbClr val="E46962"/>
          </p15:clr>
        </p15:guide>
        <p15:guide id="12" orient="horz" pos="1194">
          <p15:clr>
            <a:srgbClr val="E46962"/>
          </p15:clr>
        </p15:guide>
        <p15:guide id="13" orient="horz" pos="2043">
          <p15:clr>
            <a:srgbClr val="E46962"/>
          </p15:clr>
        </p15:guide>
        <p15:guide id="14" orient="horz" pos="2103">
          <p15:clr>
            <a:srgbClr val="E46962"/>
          </p15:clr>
        </p15:guide>
        <p15:guide id="15" pos="228">
          <p15:clr>
            <a:srgbClr val="E46962"/>
          </p15:clr>
        </p15:guide>
        <p15:guide id="16" orient="horz" pos="672">
          <p15:clr>
            <a:srgbClr val="E46962"/>
          </p15:clr>
        </p15:guide>
        <p15:guide id="17" orient="horz" pos="504">
          <p15:clr>
            <a:srgbClr val="E46962"/>
          </p15:clr>
        </p15:guide>
        <p15:guide id="18" orient="horz" pos="293">
          <p15:clr>
            <a:srgbClr val="E46962"/>
          </p15:clr>
        </p15:guide>
        <p15:guide id="19" orient="horz" pos="60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94"/>
          <p:cNvSpPr txBox="1">
            <a:spLocks noGrp="1"/>
          </p:cNvSpPr>
          <p:nvPr>
            <p:ph type="title"/>
          </p:nvPr>
        </p:nvSpPr>
        <p:spPr>
          <a:xfrm>
            <a:off x="871250" y="2266800"/>
            <a:ext cx="7735500" cy="1071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latin typeface="Times New Roman"/>
                <a:ea typeface="Times New Roman"/>
                <a:cs typeface="Times New Roman"/>
                <a:sym typeface="Times New Roman"/>
              </a:rPr>
              <a:t>GROUP-11:</a:t>
            </a:r>
            <a: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  <a:t> Vyshnavi Samudrala, Pranamya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/>
                <a:ea typeface="Times New Roman"/>
                <a:cs typeface="Times New Roman"/>
                <a:sym typeface="Times New Roman"/>
              </a:rPr>
              <a:t>        Praveen, Adarsh Kumar Rawat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94"/>
          <p:cNvSpPr txBox="1">
            <a:spLocks noGrp="1"/>
          </p:cNvSpPr>
          <p:nvPr>
            <p:ph type="subTitle" idx="1"/>
          </p:nvPr>
        </p:nvSpPr>
        <p:spPr>
          <a:xfrm>
            <a:off x="602175" y="4797265"/>
            <a:ext cx="8240700" cy="361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23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300" dirty="0">
                <a:latin typeface="Times New Roman"/>
                <a:ea typeface="Times New Roman"/>
                <a:cs typeface="Times New Roman"/>
                <a:sym typeface="Times New Roman"/>
              </a:rPr>
              <a:t>Date: 09/08/2025</a:t>
            </a:r>
            <a:endParaRPr sz="2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2" name="Google Shape;872;p94"/>
          <p:cNvSpPr txBox="1">
            <a:spLocks noGrp="1"/>
          </p:cNvSpPr>
          <p:nvPr>
            <p:ph type="subTitle" idx="2"/>
          </p:nvPr>
        </p:nvSpPr>
        <p:spPr>
          <a:xfrm>
            <a:off x="871250" y="1194450"/>
            <a:ext cx="80583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>
                <a:latin typeface="Times New Roman"/>
                <a:ea typeface="Times New Roman"/>
                <a:cs typeface="Times New Roman"/>
                <a:sym typeface="Times New Roman"/>
              </a:rPr>
              <a:t>     AI-POWERED INSIGHTS: ENHANCING STUDENT ENGAGEMENT AND RETENTION</a:t>
            </a:r>
            <a:endParaRPr sz="29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95"/>
          <p:cNvSpPr txBox="1">
            <a:spLocks noGrp="1"/>
          </p:cNvSpPr>
          <p:nvPr>
            <p:ph type="subTitle" idx="1"/>
          </p:nvPr>
        </p:nvSpPr>
        <p:spPr>
          <a:xfrm>
            <a:off x="1128900" y="3143525"/>
            <a:ext cx="68862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Tools: Python, Pandas, SQL, Scikit-learn, Power BI/Tableau.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95"/>
          <p:cNvSpPr txBox="1">
            <a:spLocks noGrp="1"/>
          </p:cNvSpPr>
          <p:nvPr>
            <p:ph type="title"/>
          </p:nvPr>
        </p:nvSpPr>
        <p:spPr>
          <a:xfrm>
            <a:off x="1109225" y="1532775"/>
            <a:ext cx="7056600" cy="1839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Objective: Use AI and data analytics to improve student engagement &amp; retention.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Scope: Feature engineering, exploratory data analysis (EDA), churn analysis, and recommendation system.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9" name="Google Shape;879;p95"/>
          <p:cNvSpPr txBox="1">
            <a:spLocks noGrp="1"/>
          </p:cNvSpPr>
          <p:nvPr>
            <p:ph type="subTitle" idx="2"/>
          </p:nvPr>
        </p:nvSpPr>
        <p:spPr>
          <a:xfrm>
            <a:off x="2462525" y="635600"/>
            <a:ext cx="43500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6"/>
          <p:cNvSpPr txBox="1">
            <a:spLocks noGrp="1"/>
          </p:cNvSpPr>
          <p:nvPr>
            <p:ph type="subTitle" idx="1"/>
          </p:nvPr>
        </p:nvSpPr>
        <p:spPr>
          <a:xfrm>
            <a:off x="627004" y="3824889"/>
            <a:ext cx="7956900" cy="626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Outcome: A reliable data set ready for analysis.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96"/>
          <p:cNvSpPr txBox="1">
            <a:spLocks noGrp="1"/>
          </p:cNvSpPr>
          <p:nvPr>
            <p:ph type="title"/>
          </p:nvPr>
        </p:nvSpPr>
        <p:spPr>
          <a:xfrm>
            <a:off x="621450" y="1983875"/>
            <a:ext cx="7901100" cy="1885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Cleaned dataset: 8,559 rows, 18 columns.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Standardized dates, removed duplicates, normalized demographics.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Created new features: Age of learner, Opportunity duration.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Validated dataset for accuracy, consistency, and outliers.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96"/>
          <p:cNvSpPr txBox="1">
            <a:spLocks noGrp="1"/>
          </p:cNvSpPr>
          <p:nvPr>
            <p:ph type="subTitle" idx="2"/>
          </p:nvPr>
        </p:nvSpPr>
        <p:spPr>
          <a:xfrm>
            <a:off x="1362600" y="1066100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Times New Roman"/>
                <a:ea typeface="Times New Roman"/>
                <a:cs typeface="Times New Roman"/>
                <a:sym typeface="Times New Roman"/>
              </a:rPr>
              <a:t>Week 1 Deliverables (Data Cleaning &amp; Feature Engineering)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97"/>
          <p:cNvSpPr txBox="1">
            <a:spLocks noGrp="1"/>
          </p:cNvSpPr>
          <p:nvPr>
            <p:ph type="subTitle" idx="1"/>
          </p:nvPr>
        </p:nvSpPr>
        <p:spPr>
          <a:xfrm>
            <a:off x="931145" y="3181425"/>
            <a:ext cx="8106900" cy="1234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Engagement strongest in 20–25 age group (59.8%).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Insight: Need for better program design, support, and segmentation.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97"/>
          <p:cNvSpPr txBox="1">
            <a:spLocks noGrp="1"/>
          </p:cNvSpPr>
          <p:nvPr>
            <p:ph type="title"/>
          </p:nvPr>
        </p:nvSpPr>
        <p:spPr>
          <a:xfrm>
            <a:off x="914400" y="1651800"/>
            <a:ext cx="8575200" cy="1839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Signups: Growth spikes in Aug 2023 (981) and Jan 2024 (812).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Completions: Very low (0.4% completion rate).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Key Findings: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- 43% applied the same day as signup, but 41.7% rejected.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- 68.2% programs last &gt;1 year → high dropout risk.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97"/>
          <p:cNvSpPr txBox="1">
            <a:spLocks noGrp="1"/>
          </p:cNvSpPr>
          <p:nvPr>
            <p:ph type="subTitle" idx="2"/>
          </p:nvPr>
        </p:nvSpPr>
        <p:spPr>
          <a:xfrm>
            <a:off x="1499075" y="737250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Times New Roman"/>
                <a:ea typeface="Times New Roman"/>
                <a:cs typeface="Times New Roman"/>
                <a:sym typeface="Times New Roman"/>
              </a:rPr>
              <a:t>Week 2 Deliverables (EDA)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98"/>
          <p:cNvSpPr txBox="1">
            <a:spLocks noGrp="1"/>
          </p:cNvSpPr>
          <p:nvPr>
            <p:ph type="subTitle" idx="1"/>
          </p:nvPr>
        </p:nvSpPr>
        <p:spPr>
          <a:xfrm>
            <a:off x="6775278" y="3560565"/>
            <a:ext cx="20016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98"/>
          <p:cNvSpPr txBox="1">
            <a:spLocks noGrp="1"/>
          </p:cNvSpPr>
          <p:nvPr>
            <p:ph type="title"/>
          </p:nvPr>
        </p:nvSpPr>
        <p:spPr>
          <a:xfrm>
            <a:off x="535392" y="217050"/>
            <a:ext cx="8285400" cy="237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Growth Pattern - Signups grew from 180 (Jan 2023) to 1981 (Aug 2023) with Clear Seasonality 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0" name="Google Shape;900;p98"/>
          <p:cNvSpPr txBox="1">
            <a:spLocks noGrp="1"/>
          </p:cNvSpPr>
          <p:nvPr>
            <p:ph type="subTitle" idx="2"/>
          </p:nvPr>
        </p:nvSpPr>
        <p:spPr>
          <a:xfrm>
            <a:off x="361975" y="2463075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1" name="Google Shape;901;p98" title="Screenshot 2025-09-08 1551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48400"/>
            <a:ext cx="8285351" cy="41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99"/>
          <p:cNvSpPr txBox="1">
            <a:spLocks noGrp="1"/>
          </p:cNvSpPr>
          <p:nvPr>
            <p:ph type="subTitle" idx="1"/>
          </p:nvPr>
        </p:nvSpPr>
        <p:spPr>
          <a:xfrm>
            <a:off x="707668" y="3270632"/>
            <a:ext cx="76446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Risk Groups: Learners allocated to teams but never started (29% engagement gap).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Insight: AI models can identify at-risk students early.</a:t>
            </a:r>
            <a:endParaRPr/>
          </a:p>
        </p:txBody>
      </p:sp>
      <p:sp>
        <p:nvSpPr>
          <p:cNvPr id="907" name="Google Shape;907;p99"/>
          <p:cNvSpPr txBox="1">
            <a:spLocks noGrp="1"/>
          </p:cNvSpPr>
          <p:nvPr>
            <p:ph type="title"/>
          </p:nvPr>
        </p:nvSpPr>
        <p:spPr>
          <a:xfrm>
            <a:off x="707675" y="1448112"/>
            <a:ext cx="7644600" cy="1839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Predictive Modeling: Logistic Regression, Decision Trees, Random Forest.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Top churn indicators: long program duration, delayed start, and demographic gaps.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Model Accuracy: ~79% with Random Forest.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8" name="Google Shape;908;p99"/>
          <p:cNvSpPr txBox="1">
            <a:spLocks noGrp="1"/>
          </p:cNvSpPr>
          <p:nvPr>
            <p:ph type="subTitle" idx="2"/>
          </p:nvPr>
        </p:nvSpPr>
        <p:spPr>
          <a:xfrm>
            <a:off x="1362600" y="588907"/>
            <a:ext cx="68448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Times New Roman"/>
                <a:ea typeface="Times New Roman"/>
                <a:cs typeface="Times New Roman"/>
                <a:sym typeface="Times New Roman"/>
              </a:rPr>
              <a:t>Week 3 Deliverables (Churn Analysis)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00"/>
          <p:cNvSpPr txBox="1">
            <a:spLocks noGrp="1"/>
          </p:cNvSpPr>
          <p:nvPr>
            <p:ph type="subTitle" idx="1"/>
          </p:nvPr>
        </p:nvSpPr>
        <p:spPr>
          <a:xfrm>
            <a:off x="6775278" y="3560565"/>
            <a:ext cx="20016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100"/>
          <p:cNvSpPr txBox="1">
            <a:spLocks noGrp="1"/>
          </p:cNvSpPr>
          <p:nvPr>
            <p:ph type="title"/>
          </p:nvPr>
        </p:nvSpPr>
        <p:spPr>
          <a:xfrm>
            <a:off x="361975" y="3082925"/>
            <a:ext cx="6276900" cy="1839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100"/>
          <p:cNvSpPr txBox="1">
            <a:spLocks noGrp="1"/>
          </p:cNvSpPr>
          <p:nvPr>
            <p:ph type="subTitle" idx="2"/>
          </p:nvPr>
        </p:nvSpPr>
        <p:spPr>
          <a:xfrm>
            <a:off x="361975" y="2463075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6" name="Google Shape;916;p100" title="Screenshot 2025-09-08 at 10.07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63" y="185854"/>
            <a:ext cx="8519637" cy="47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01"/>
          <p:cNvSpPr txBox="1">
            <a:spLocks noGrp="1"/>
          </p:cNvSpPr>
          <p:nvPr>
            <p:ph type="subTitle" idx="1"/>
          </p:nvPr>
        </p:nvSpPr>
        <p:spPr>
          <a:xfrm>
            <a:off x="570575" y="3337800"/>
            <a:ext cx="1091100" cy="38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101"/>
          <p:cNvSpPr txBox="1">
            <a:spLocks noGrp="1"/>
          </p:cNvSpPr>
          <p:nvPr>
            <p:ph type="title"/>
          </p:nvPr>
        </p:nvSpPr>
        <p:spPr>
          <a:xfrm>
            <a:off x="498375" y="1322578"/>
            <a:ext cx="7909500" cy="1839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Collected and consolidated raw student engagement datasets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Cleaned missing values using imputation (mean/mode/median)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Removed duplicates and standardized formats (dates, text)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Performed feature engineering (drop-off rate, sign up-to-completion ratio)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Normalized/standardized data for consistent scale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101"/>
          <p:cNvSpPr txBox="1">
            <a:spLocks noGrp="1"/>
          </p:cNvSpPr>
          <p:nvPr>
            <p:ph type="subTitle" idx="2"/>
          </p:nvPr>
        </p:nvSpPr>
        <p:spPr>
          <a:xfrm>
            <a:off x="1265225" y="596063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sz="33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4" name="Google Shape;92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51" y="3091688"/>
            <a:ext cx="1826825" cy="97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101"/>
          <p:cNvPicPr preferRelativeResize="0"/>
          <p:nvPr/>
        </p:nvPicPr>
        <p:blipFill rotWithShape="1">
          <a:blip r:embed="rId4">
            <a:alphaModFix/>
          </a:blip>
          <a:srcRect r="-10803" b="-10803"/>
          <a:stretch/>
        </p:blipFill>
        <p:spPr>
          <a:xfrm>
            <a:off x="2499756" y="3091850"/>
            <a:ext cx="2024225" cy="10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707" y="3096075"/>
            <a:ext cx="1893575" cy="9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0805" y="3078288"/>
            <a:ext cx="1893575" cy="1009076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101"/>
          <p:cNvSpPr/>
          <p:nvPr/>
        </p:nvSpPr>
        <p:spPr>
          <a:xfrm>
            <a:off x="2118626" y="3458475"/>
            <a:ext cx="392400" cy="266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9" name="Google Shape;929;p101"/>
          <p:cNvSpPr/>
          <p:nvPr/>
        </p:nvSpPr>
        <p:spPr>
          <a:xfrm>
            <a:off x="4333336" y="3458475"/>
            <a:ext cx="392400" cy="266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0" name="Google Shape;930;p101"/>
          <p:cNvSpPr/>
          <p:nvPr/>
        </p:nvSpPr>
        <p:spPr>
          <a:xfrm>
            <a:off x="6644496" y="3458475"/>
            <a:ext cx="392400" cy="266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02"/>
          <p:cNvSpPr txBox="1">
            <a:spLocks noGrp="1"/>
          </p:cNvSpPr>
          <p:nvPr>
            <p:ph type="subTitle" idx="1"/>
          </p:nvPr>
        </p:nvSpPr>
        <p:spPr>
          <a:xfrm>
            <a:off x="596143" y="3337535"/>
            <a:ext cx="79122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- Boost completion rates through personalized support.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- Shorten program duration with milestone tracking.</a:t>
            </a:r>
            <a:endParaRPr sz="1800"/>
          </a:p>
        </p:txBody>
      </p:sp>
      <p:sp>
        <p:nvSpPr>
          <p:cNvPr id="936" name="Google Shape;936;p102"/>
          <p:cNvSpPr txBox="1">
            <a:spLocks noGrp="1"/>
          </p:cNvSpPr>
          <p:nvPr>
            <p:ph type="title"/>
          </p:nvPr>
        </p:nvSpPr>
        <p:spPr>
          <a:xfrm>
            <a:off x="596150" y="954588"/>
            <a:ext cx="7912200" cy="2271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Developed basic recommendation system: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- Content-based filtering: suggests opportunities aligned to prior choices.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- At-risk learner identification: triggers reminders/mentorship.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102"/>
          <p:cNvSpPr txBox="1">
            <a:spLocks noGrp="1"/>
          </p:cNvSpPr>
          <p:nvPr>
            <p:ph type="subTitle" idx="2"/>
          </p:nvPr>
        </p:nvSpPr>
        <p:spPr>
          <a:xfrm>
            <a:off x="596150" y="436207"/>
            <a:ext cx="79122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Times New Roman"/>
                <a:ea typeface="Times New Roman"/>
                <a:cs typeface="Times New Roman"/>
                <a:sym typeface="Times New Roman"/>
              </a:rPr>
              <a:t>Week 4 Deliverables (Recommendation System)</a:t>
            </a:r>
            <a:endParaRPr sz="1100" b="1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03"/>
          <p:cNvSpPr txBox="1">
            <a:spLocks noGrp="1"/>
          </p:cNvSpPr>
          <p:nvPr>
            <p:ph type="subTitle" idx="1"/>
          </p:nvPr>
        </p:nvSpPr>
        <p:spPr>
          <a:xfrm>
            <a:off x="640747" y="3248327"/>
            <a:ext cx="84147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📌 AI Alerts: Predict dropout risk &amp; trigger interventions.</a:t>
            </a:r>
            <a:endParaRPr/>
          </a:p>
        </p:txBody>
      </p:sp>
      <p:sp>
        <p:nvSpPr>
          <p:cNvPr id="943" name="Google Shape;943;p103"/>
          <p:cNvSpPr txBox="1">
            <a:spLocks noGrp="1"/>
          </p:cNvSpPr>
          <p:nvPr>
            <p:ph type="title"/>
          </p:nvPr>
        </p:nvSpPr>
        <p:spPr>
          <a:xfrm>
            <a:off x="674209" y="1901001"/>
            <a:ext cx="8414700" cy="2362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📌 Target Peak Days: Launch campaigns Thu–Fri (highest signups).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📌 Shorter Modules: Break courses into 30–60 day units.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📌 Follow-Up Mechanisms: Automated reminders, mentor check-ins.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📌 Localized Strategies: US learners (career-focused), India (community-driven).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103"/>
          <p:cNvSpPr txBox="1">
            <a:spLocks noGrp="1"/>
          </p:cNvSpPr>
          <p:nvPr>
            <p:ph type="subTitle" idx="2"/>
          </p:nvPr>
        </p:nvSpPr>
        <p:spPr>
          <a:xfrm>
            <a:off x="657925" y="521381"/>
            <a:ext cx="76050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Times New Roman"/>
                <a:ea typeface="Times New Roman"/>
                <a:cs typeface="Times New Roman"/>
                <a:sym typeface="Times New Roman"/>
              </a:rPr>
              <a:t>Key Recommendations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04"/>
          <p:cNvSpPr txBox="1">
            <a:spLocks noGrp="1"/>
          </p:cNvSpPr>
          <p:nvPr>
            <p:ph type="subTitle" idx="1"/>
          </p:nvPr>
        </p:nvSpPr>
        <p:spPr>
          <a:xfrm>
            <a:off x="518084" y="3605175"/>
            <a:ext cx="84150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 - Implement advanced recommendation models (collaborative filtering).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 - Monitor impact via dashboards (Power BI/Tableau).</a:t>
            </a:r>
            <a:endParaRPr/>
          </a:p>
        </p:txBody>
      </p:sp>
      <p:sp>
        <p:nvSpPr>
          <p:cNvPr id="950" name="Google Shape;950;p104"/>
          <p:cNvSpPr txBox="1">
            <a:spLocks noGrp="1"/>
          </p:cNvSpPr>
          <p:nvPr>
            <p:ph type="title"/>
          </p:nvPr>
        </p:nvSpPr>
        <p:spPr>
          <a:xfrm>
            <a:off x="518101" y="876529"/>
            <a:ext cx="8493000" cy="242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Stronger student engagement = better retention &amp; reputation.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AI-enabled insights help predict and prevent churn.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Next Steps: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 - Expand dataset with real-time tracking.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1" name="Google Shape;951;p104"/>
          <p:cNvSpPr txBox="1">
            <a:spLocks noGrp="1"/>
          </p:cNvSpPr>
          <p:nvPr>
            <p:ph type="subTitle" idx="2"/>
          </p:nvPr>
        </p:nvSpPr>
        <p:spPr>
          <a:xfrm>
            <a:off x="651900" y="789010"/>
            <a:ext cx="7677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Times New Roman"/>
                <a:ea typeface="Times New Roman"/>
                <a:cs typeface="Times New Roman"/>
                <a:sym typeface="Times New Roman"/>
              </a:rPr>
              <a:t>Impact &amp; Future Steps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05"/>
          <p:cNvSpPr txBox="1">
            <a:spLocks noGrp="1"/>
          </p:cNvSpPr>
          <p:nvPr>
            <p:ph type="subTitle" idx="1"/>
          </p:nvPr>
        </p:nvSpPr>
        <p:spPr>
          <a:xfrm>
            <a:off x="428824" y="3393321"/>
            <a:ext cx="8291400" cy="124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📢 Final takeaway: Turning raw data into strategic insights drives long-term program success.</a:t>
            </a:r>
            <a:endParaRPr/>
          </a:p>
        </p:txBody>
      </p:sp>
      <p:sp>
        <p:nvSpPr>
          <p:cNvPr id="957" name="Google Shape;957;p105"/>
          <p:cNvSpPr txBox="1">
            <a:spLocks noGrp="1"/>
          </p:cNvSpPr>
          <p:nvPr>
            <p:ph type="title"/>
          </p:nvPr>
        </p:nvSpPr>
        <p:spPr>
          <a:xfrm>
            <a:off x="361925" y="1489846"/>
            <a:ext cx="8291400" cy="217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Project showed how AI + Data Analytics can: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 - Detect engagement gaps.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 - Predict student churn.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 - Provide actionable recommendations.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8" name="Google Shape;958;p105"/>
          <p:cNvSpPr txBox="1">
            <a:spLocks noGrp="1"/>
          </p:cNvSpPr>
          <p:nvPr>
            <p:ph type="subTitle" idx="2"/>
          </p:nvPr>
        </p:nvSpPr>
        <p:spPr>
          <a:xfrm>
            <a:off x="1176025" y="532532"/>
            <a:ext cx="6276900" cy="43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3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usiness Plan Presentation">
  <a:themeElements>
    <a:clrScheme name="Simple Light">
      <a:dk1>
        <a:srgbClr val="FFFFFF"/>
      </a:dk1>
      <a:lt1>
        <a:srgbClr val="2C2C2E"/>
      </a:lt1>
      <a:dk2>
        <a:srgbClr val="B5B5B7"/>
      </a:dk2>
      <a:lt2>
        <a:srgbClr val="D6DEE6"/>
      </a:lt2>
      <a:accent1>
        <a:srgbClr val="0141FA"/>
      </a:accent1>
      <a:accent2>
        <a:srgbClr val="0B67FF"/>
      </a:accent2>
      <a:accent3>
        <a:srgbClr val="3E319E"/>
      </a:accent3>
      <a:accent4>
        <a:srgbClr val="5920CA"/>
      </a:accent4>
      <a:accent5>
        <a:srgbClr val="9900FF"/>
      </a:accent5>
      <a:accent6>
        <a:srgbClr val="3C4043"/>
      </a:accent6>
      <a:hlink>
        <a:srgbClr val="B5B5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Office PowerPoint</Application>
  <PresentationFormat>On-screen Show (16:9)</PresentationFormat>
  <Paragraphs>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Times New Roman</vt:lpstr>
      <vt:lpstr>Nunito Sans SemiBold</vt:lpstr>
      <vt:lpstr>Poppins Medium</vt:lpstr>
      <vt:lpstr>Nunito Sans</vt:lpstr>
      <vt:lpstr>Arial</vt:lpstr>
      <vt:lpstr>Poppins SemiBold</vt:lpstr>
      <vt:lpstr>Archivo</vt:lpstr>
      <vt:lpstr>Archivo Light</vt:lpstr>
      <vt:lpstr>Poppins</vt:lpstr>
      <vt:lpstr>Archivo SemiBold</vt:lpstr>
      <vt:lpstr>Marketing Plan Presentation [Style 1]</vt:lpstr>
      <vt:lpstr>Business Plan Presentation</vt:lpstr>
      <vt:lpstr>GROUP-11: Vyshnavi Samudrala, Pranamya         Praveen, Adarsh Kumar Rawat </vt:lpstr>
      <vt:lpstr>Objective: Use AI and data analytics to improve student engagement &amp; retention. Scope: Feature engineering, exploratory data analysis (EDA), churn analysis, and recommendation system.</vt:lpstr>
      <vt:lpstr>Cleaned dataset: 8,559 rows, 18 columns. Standardized dates, removed duplicates, normalized demographics. Created new features: Age of learner, Opportunity duration. Validated dataset for accuracy, consistency, and outliers.</vt:lpstr>
      <vt:lpstr>Signups: Growth spikes in Aug 2023 (981) and Jan 2024 (812). Completions: Very low (0.4% completion rate). Key Findings: - 43% applied the same day as signup, but 41.7% rejected. - 68.2% programs last &gt;1 year → high dropout risk.</vt:lpstr>
      <vt:lpstr>Growth Pattern - Signups grew from 180 (Jan 2023) to 1981 (Aug 2023) with Clear Seasonality </vt:lpstr>
      <vt:lpstr>Predictive Modeling: Logistic Regression, Decision Trees, Random Forest. Top churn indicators: long program duration, delayed start, and demographic gaps. Model Accuracy: ~79% with Random Forest.</vt:lpstr>
      <vt:lpstr>PowerPoint Presentation</vt:lpstr>
      <vt:lpstr>Collected and consolidated raw student engagement datasets Cleaned missing values using imputation (mean/mode/median) Removed duplicates and standardized formats (dates, text) Performed feature engineering (drop-off rate, sign up-to-completion ratio) Normalized/standardized data for consistent scale </vt:lpstr>
      <vt:lpstr>Developed basic recommendation system:   - Content-based filtering: suggests opportunities aligned to prior choices.   - At-risk learner identification: triggers reminders/mentorship. </vt:lpstr>
      <vt:lpstr>📌 Target Peak Days: Launch campaigns Thu–Fri (highest signups). 📌 Shorter Modules: Break courses into 30–60 day units. 📌 Follow-Up Mechanisms: Automated reminders, mentor check-ins. 📌 Localized Strategies: US learners (career-focused), India (community-driven). </vt:lpstr>
      <vt:lpstr>Stronger student engagement = better retention &amp; reputation. AI-enabled insights help predict and prevent churn. Next Steps:   - Expand dataset with real-time tracking.</vt:lpstr>
      <vt:lpstr>Project showed how AI + Data Analytics can:   - Detect engagement gaps.   - Predict student churn.   - Provide actionable recommendations.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adarsh kumar</cp:lastModifiedBy>
  <cp:revision>1</cp:revision>
  <dcterms:modified xsi:type="dcterms:W3CDTF">2026-01-13T18:19:38Z</dcterms:modified>
</cp:coreProperties>
</file>